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m" ContentType="application/vnd.ms-powerpoint.presentation.macroEnabled.12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8" y="810"/>
      </p:cViewPr>
      <p:guideLst>
        <p:guide orient="horz" pos="17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76e769b00277fb27" providerId="LiveId" clId="{7A0AE223-E767-480B-A315-F77F48BB6BDC}"/>
    <pc:docChg chg="custSel modSld">
      <pc:chgData name="" userId="76e769b00277fb27" providerId="LiveId" clId="{7A0AE223-E767-480B-A315-F77F48BB6BDC}" dt="2023-03-06T07:53:45.211" v="3" actId="1076"/>
      <pc:docMkLst>
        <pc:docMk/>
      </pc:docMkLst>
      <pc:sldChg chg="addSp delSp modSp">
        <pc:chgData name="" userId="76e769b00277fb27" providerId="LiveId" clId="{7A0AE223-E767-480B-A315-F77F48BB6BDC}" dt="2023-03-06T07:53:45.211" v="3" actId="1076"/>
        <pc:sldMkLst>
          <pc:docMk/>
          <pc:sldMk cId="2937833268" sldId="256"/>
        </pc:sldMkLst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149" creationId="{64CCF03E-44C4-4C93-A3FD-BA3A0DFC32C0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150" creationId="{56F0F7F4-0C22-4137-A449-ED0645B9EDD5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157" creationId="{33F27D2E-DDFD-4DE2-A894-EAF9211BBB27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183" creationId="{F4A0CE71-8DA7-4387-886A-1E435A0D72E5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187" creationId="{DB03E008-CAC7-4C07-ADB0-03CB0D4E0DB3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188" creationId="{EA1B70D8-77B3-459D-B8DA-43BF3B42DA6A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07" creationId="{57003CE1-3350-43FA-B1BD-2CA1FE1AC159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08" creationId="{630711E6-EE16-4FDD-9E68-461F231E9288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09" creationId="{9C2364F6-6AD4-4D3F-8413-D7C8B4245233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10" creationId="{2544F584-81FE-485B-8FCE-7D193894D04A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11" creationId="{8F3F2B17-3F2A-4F93-AB6A-5ACA86CD6125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12" creationId="{E7CB5B38-902F-48B8-B6C7-C7A00F673371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13" creationId="{6272C90E-3E67-45FF-8BBC-0C02A52A7C17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14" creationId="{60489594-D8A0-42A9-A741-5EE8EF30CA43}"/>
          </ac:spMkLst>
        </pc:spChg>
        <pc:spChg chg="add mod">
          <ac:chgData name="" userId="76e769b00277fb27" providerId="LiveId" clId="{7A0AE223-E767-480B-A315-F77F48BB6BDC}" dt="2023-03-06T07:53:30.374" v="2" actId="164"/>
          <ac:spMkLst>
            <pc:docMk/>
            <pc:sldMk cId="2937833268" sldId="256"/>
            <ac:spMk id="215" creationId="{F1CAB060-3B3D-4908-96B6-1463A5AE9965}"/>
          </ac:spMkLst>
        </pc:spChg>
        <pc:grpChg chg="del">
          <ac:chgData name="" userId="76e769b00277fb27" providerId="LiveId" clId="{7A0AE223-E767-480B-A315-F77F48BB6BDC}" dt="2023-03-06T07:53:23.859" v="0" actId="478"/>
          <ac:grpSpMkLst>
            <pc:docMk/>
            <pc:sldMk cId="2937833268" sldId="256"/>
            <ac:grpSpMk id="123" creationId="{21B96E15-0186-4D60-8B3A-B88020235CB3}"/>
          </ac:grpSpMkLst>
        </pc:grpChg>
        <pc:grpChg chg="add mod">
          <ac:chgData name="" userId="76e769b00277fb27" providerId="LiveId" clId="{7A0AE223-E767-480B-A315-F77F48BB6BDC}" dt="2023-03-06T07:53:30.374" v="2" actId="164"/>
          <ac:grpSpMkLst>
            <pc:docMk/>
            <pc:sldMk cId="2937833268" sldId="256"/>
            <ac:grpSpMk id="124" creationId="{6E49AE71-BBED-48CE-BB4B-AD7DAC4FC0F5}"/>
          </ac:grpSpMkLst>
        </pc:grpChg>
        <pc:grpChg chg="add mod">
          <ac:chgData name="" userId="76e769b00277fb27" providerId="LiveId" clId="{7A0AE223-E767-480B-A315-F77F48BB6BDC}" dt="2023-03-06T07:53:30.374" v="2" actId="164"/>
          <ac:grpSpMkLst>
            <pc:docMk/>
            <pc:sldMk cId="2937833268" sldId="256"/>
            <ac:grpSpMk id="152" creationId="{9F439056-8F59-4E8F-AAE4-0CD6FA71CCB7}"/>
          </ac:grpSpMkLst>
        </pc:grpChg>
        <pc:grpChg chg="add mod">
          <ac:chgData name="" userId="76e769b00277fb27" providerId="LiveId" clId="{7A0AE223-E767-480B-A315-F77F48BB6BDC}" dt="2023-03-06T07:53:30.374" v="2" actId="164"/>
          <ac:grpSpMkLst>
            <pc:docMk/>
            <pc:sldMk cId="2937833268" sldId="256"/>
            <ac:grpSpMk id="158" creationId="{AC9BB04D-E96C-4DA1-A6F5-D1CC013551C0}"/>
          </ac:grpSpMkLst>
        </pc:grpChg>
        <pc:grpChg chg="add mod">
          <ac:chgData name="" userId="76e769b00277fb27" providerId="LiveId" clId="{7A0AE223-E767-480B-A315-F77F48BB6BDC}" dt="2023-03-06T07:53:30.374" v="2" actId="164"/>
          <ac:grpSpMkLst>
            <pc:docMk/>
            <pc:sldMk cId="2937833268" sldId="256"/>
            <ac:grpSpMk id="190" creationId="{3B32E0E4-DDE8-4F15-8FF5-AD673D6205B0}"/>
          </ac:grpSpMkLst>
        </pc:grpChg>
        <pc:grpChg chg="add mod">
          <ac:chgData name="" userId="76e769b00277fb27" providerId="LiveId" clId="{7A0AE223-E767-480B-A315-F77F48BB6BDC}" dt="2023-03-06T07:53:30.374" v="2" actId="164"/>
          <ac:grpSpMkLst>
            <pc:docMk/>
            <pc:sldMk cId="2937833268" sldId="256"/>
            <ac:grpSpMk id="217" creationId="{921087AD-AAD1-43E1-8659-F6D4D1DB149C}"/>
          </ac:grpSpMkLst>
        </pc:grpChg>
        <pc:grpChg chg="add mod">
          <ac:chgData name="" userId="76e769b00277fb27" providerId="LiveId" clId="{7A0AE223-E767-480B-A315-F77F48BB6BDC}" dt="2023-03-06T07:53:30.374" v="2" actId="164"/>
          <ac:grpSpMkLst>
            <pc:docMk/>
            <pc:sldMk cId="2937833268" sldId="256"/>
            <ac:grpSpMk id="233" creationId="{B5174981-B7C1-4DEB-AB07-9C436944322B}"/>
          </ac:grpSpMkLst>
        </pc:grpChg>
        <pc:grpChg chg="add mod">
          <ac:chgData name="" userId="76e769b00277fb27" providerId="LiveId" clId="{7A0AE223-E767-480B-A315-F77F48BB6BDC}" dt="2023-03-06T07:53:45.211" v="3" actId="1076"/>
          <ac:grpSpMkLst>
            <pc:docMk/>
            <pc:sldMk cId="2937833268" sldId="256"/>
            <ac:grpSpMk id="254" creationId="{E25D6414-0060-4E2D-929D-0E4518CF0514}"/>
          </ac:grpSpMkLst>
        </pc:grpChg>
        <pc:graphicFrameChg chg="add mod">
          <ac:chgData name="" userId="76e769b00277fb27" providerId="LiveId" clId="{7A0AE223-E767-480B-A315-F77F48BB6BDC}" dt="2023-03-06T07:53:30.374" v="2" actId="164"/>
          <ac:graphicFrameMkLst>
            <pc:docMk/>
            <pc:sldMk cId="2937833268" sldId="256"/>
            <ac:graphicFrameMk id="216" creationId="{E0723A0D-0581-4356-8A33-32DECDAA99E3}"/>
          </ac:graphicFrameMkLst>
        </pc:graphicFrameChg>
        <pc:picChg chg="add mod">
          <ac:chgData name="" userId="76e769b00277fb27" providerId="LiveId" clId="{7A0AE223-E767-480B-A315-F77F48BB6BDC}" dt="2023-03-06T07:53:30.374" v="2" actId="164"/>
          <ac:picMkLst>
            <pc:docMk/>
            <pc:sldMk cId="2937833268" sldId="256"/>
            <ac:picMk id="206" creationId="{9D7CBB80-A049-4620-B630-6353AE458E51}"/>
          </ac:picMkLst>
        </pc:pic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6" creationId="{F5867DBC-152D-4D0B-9811-7B25B317C4D8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7" creationId="{4E02136B-2271-4025-B918-CC639BBBFA96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8" creationId="{D930752D-295D-425F-BF02-0A5AD7573CA0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9" creationId="{296FDE57-149E-4EC7-99C8-9D690F927087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20" creationId="{BF8A40F6-1993-46F7-A4E4-471DC8D5D61E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22" creationId="{87C775F3-79C1-4CB3-9B1D-504B560A3C01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23" creationId="{649288CD-B85E-4F92-9B80-DF608D457C2A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25" creationId="{3614AD3E-BF6A-4BAF-8034-47BC55564838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41" creationId="{675D4CB1-CB42-41C9-BF5E-4CC8AD8AD5C0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46" creationId="{3045CECE-509F-4E8A-AD43-6CF8A71BE25A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1" creationId="{2D4B04EE-F4AB-4489-86F5-77CD88B339EB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2" creationId="{CAD7C2DC-0FAA-46BD-96B6-957C0808982E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3" creationId="{08973D8E-2B64-46CF-A0CF-06AF3534CAF3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4" creationId="{2DD82526-21E2-4584-8A15-ECFC808CAEB4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5" creationId="{DBDB7664-5D1E-4D45-A744-3613EC4C9DB4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7" creationId="{93C43D97-4938-44A6-AC68-06934113C497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59" creationId="{84A7C672-052A-42FC-A69C-8F6BBF5A27E5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61" creationId="{831E090C-FB61-40CE-9EAE-4042D3C468AE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74" creationId="{A902138A-B0AF-4FF0-83E8-9F24F838B436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75" creationId="{23D044C9-F197-4BAB-A7D1-DBEDFFC4C8DE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76" creationId="{76ED159E-BC81-4BAD-9BAC-D241AC483671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79" creationId="{A1D7EC80-0A3D-48BF-8C04-5D1CEC2F6677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93" creationId="{A7ACA465-3832-48EE-83F0-A3DFA2BA94C7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94" creationId="{96172300-042C-4DF1-B899-90527E3A8CA2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09" creationId="{7DC14C7F-9F8B-4BE2-9C63-1EE51842A6F9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15" creationId="{61415EEC-A8E9-4181-B4F5-21F3D7A71CEE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16" creationId="{0496F3A8-F72B-4BE5-944A-5CB6D45F6E4C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17" creationId="{EAB7AF57-372C-420E-9B79-D0C5551EB25A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21" creationId="{5C91A62D-1252-4D78-B1CE-55E3027E97E3}"/>
          </ac:cxnSpMkLst>
        </pc:cxnChg>
        <pc:cxnChg chg="mod">
          <ac:chgData name="" userId="76e769b00277fb27" providerId="LiveId" clId="{7A0AE223-E767-480B-A315-F77F48BB6BDC}" dt="2023-03-06T07:53:23.859" v="0" actId="478"/>
          <ac:cxnSpMkLst>
            <pc:docMk/>
            <pc:sldMk cId="2937833268" sldId="256"/>
            <ac:cxnSpMk id="122" creationId="{5C752F0D-70B8-4946-96C2-2C784F86BCA5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151" creationId="{5DF45661-4CBF-402C-B595-847FC2A093F8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156" creationId="{AFD521AB-B12E-4A20-BAAF-F77404AAEF37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184" creationId="{F34348F5-23BE-4813-BD69-2C2A9FFAD59B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185" creationId="{5362E23C-4575-48F1-AB12-AA2E453772BE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186" creationId="{6A9FE57B-55C6-4430-8883-2020E66B1340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189" creationId="{DA6D8DD8-9040-4D8A-8C7B-70D37D9C509E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231" creationId="{41D35145-4C21-4DA2-82AC-52E59FB9EE26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232" creationId="{2D42B0BC-11AA-48F4-855C-5AC066A1B25B}"/>
          </ac:cxnSpMkLst>
        </pc:cxnChg>
        <pc:cxnChg chg="add mod">
          <ac:chgData name="" userId="76e769b00277fb27" providerId="LiveId" clId="{7A0AE223-E767-480B-A315-F77F48BB6BDC}" dt="2023-03-06T07:53:30.374" v="2" actId="164"/>
          <ac:cxnSpMkLst>
            <pc:docMk/>
            <pc:sldMk cId="2937833268" sldId="256"/>
            <ac:cxnSpMk id="253" creationId="{4A2C22C6-BFC2-4D86-841B-A596417F948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83861"/>
            <a:ext cx="91440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36605"/>
            <a:ext cx="91440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81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18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46419"/>
            <a:ext cx="1051560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14203"/>
            <a:ext cx="1051560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76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37680"/>
            <a:ext cx="5181600" cy="34266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37680"/>
            <a:ext cx="5181600" cy="34266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61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87536"/>
            <a:ext cx="10515600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23916"/>
            <a:ext cx="515778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72747"/>
            <a:ext cx="5157787" cy="29016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3916"/>
            <a:ext cx="5183188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72747"/>
            <a:ext cx="5183188" cy="29016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16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88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9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0045"/>
            <a:ext cx="39322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77597"/>
            <a:ext cx="617220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0202"/>
            <a:ext cx="39322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64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0045"/>
            <a:ext cx="39322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77597"/>
            <a:ext cx="617220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0202"/>
            <a:ext cx="39322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24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9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87536"/>
            <a:ext cx="2628900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87536"/>
            <a:ext cx="7734300" cy="457682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7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7536"/>
            <a:ext cx="105156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37680"/>
            <a:ext cx="105156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05626"/>
            <a:ext cx="2743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F43A0-C501-4B61-82EA-9DA9BA4A2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05626"/>
            <a:ext cx="41148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05626"/>
            <a:ext cx="2743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DC193-9D35-437F-9368-3DDD52E73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10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package" Target="../embeddings/Microsoft_PowerPoint_Macro-Enabled_Presentation9.pptm"/><Relationship Id="rId21" Type="http://schemas.openxmlformats.org/officeDocument/2006/relationships/package" Target="../embeddings/Microsoft_PowerPoint_Macro-Enabled_Presentation7.pptm"/><Relationship Id="rId42" Type="http://schemas.openxmlformats.org/officeDocument/2006/relationships/image" Target="../media/image24.png"/><Relationship Id="rId47" Type="http://schemas.openxmlformats.org/officeDocument/2006/relationships/image" Target="../media/image28.png"/><Relationship Id="rId63" Type="http://schemas.openxmlformats.org/officeDocument/2006/relationships/image" Target="../media/image40.emf"/><Relationship Id="rId68" Type="http://schemas.openxmlformats.org/officeDocument/2006/relationships/image" Target="../media/image43.png"/><Relationship Id="rId7" Type="http://schemas.openxmlformats.org/officeDocument/2006/relationships/image" Target="../media/image3.emf"/><Relationship Id="rId2" Type="http://schemas.openxmlformats.org/officeDocument/2006/relationships/package" Target="../embeddings/Microsoft_PowerPoint_Macro-Enabled_Presentation.pptm"/><Relationship Id="rId16" Type="http://schemas.openxmlformats.org/officeDocument/2006/relationships/image" Target="../media/image10.emf"/><Relationship Id="rId29" Type="http://schemas.openxmlformats.org/officeDocument/2006/relationships/package" Target="../embeddings/Microsoft_PowerPoint_Macro-Enabled_Presentation11.pptm"/><Relationship Id="rId11" Type="http://schemas.openxmlformats.org/officeDocument/2006/relationships/image" Target="../media/image6.png"/><Relationship Id="rId24" Type="http://schemas.openxmlformats.org/officeDocument/2006/relationships/image" Target="../media/image14.emf"/><Relationship Id="rId32" Type="http://schemas.openxmlformats.org/officeDocument/2006/relationships/package" Target="../embeddings/Microsoft_PowerPoint_Macro-Enabled_Presentation12.pptm"/><Relationship Id="rId37" Type="http://schemas.openxmlformats.org/officeDocument/2006/relationships/package" Target="../embeddings/Microsoft_PowerPoint_Macro-Enabled_Presentation15.pptm"/><Relationship Id="rId40" Type="http://schemas.openxmlformats.org/officeDocument/2006/relationships/image" Target="../media/image22.emf"/><Relationship Id="rId45" Type="http://schemas.openxmlformats.org/officeDocument/2006/relationships/image" Target="../media/image27.png"/><Relationship Id="rId53" Type="http://schemas.openxmlformats.org/officeDocument/2006/relationships/image" Target="../media/image34.png"/><Relationship Id="rId58" Type="http://schemas.openxmlformats.org/officeDocument/2006/relationships/package" Target="../embeddings/Microsoft_PowerPoint_Macro-Enabled_Presentation19.pptm"/><Relationship Id="rId66" Type="http://schemas.openxmlformats.org/officeDocument/2006/relationships/image" Target="../media/image56.png"/><Relationship Id="rId5" Type="http://schemas.openxmlformats.org/officeDocument/2006/relationships/image" Target="../media/image2.emf"/><Relationship Id="rId61" Type="http://schemas.openxmlformats.org/officeDocument/2006/relationships/image" Target="../media/image39.emf"/><Relationship Id="rId19" Type="http://schemas.openxmlformats.org/officeDocument/2006/relationships/package" Target="../embeddings/Microsoft_PowerPoint_Macro-Enabled_Presentation6.pptm"/><Relationship Id="rId14" Type="http://schemas.openxmlformats.org/officeDocument/2006/relationships/image" Target="../media/image9.png"/><Relationship Id="rId22" Type="http://schemas.openxmlformats.org/officeDocument/2006/relationships/image" Target="../media/image13.emf"/><Relationship Id="rId27" Type="http://schemas.openxmlformats.org/officeDocument/2006/relationships/package" Target="../embeddings/Microsoft_PowerPoint_Macro-Enabled_Presentation10.pptm"/><Relationship Id="rId30" Type="http://schemas.openxmlformats.org/officeDocument/2006/relationships/image" Target="../media/image17.emf"/><Relationship Id="rId35" Type="http://schemas.openxmlformats.org/officeDocument/2006/relationships/package" Target="../embeddings/Microsoft_PowerPoint_Macro-Enabled_Presentation14.pptm"/><Relationship Id="rId43" Type="http://schemas.openxmlformats.org/officeDocument/2006/relationships/image" Target="../media/image25.png"/><Relationship Id="rId48" Type="http://schemas.openxmlformats.org/officeDocument/2006/relationships/image" Target="../media/image29.png"/><Relationship Id="rId56" Type="http://schemas.openxmlformats.org/officeDocument/2006/relationships/package" Target="../embeddings/Microsoft_PowerPoint_Macro-Enabled_Presentation18.pptm"/><Relationship Id="rId64" Type="http://schemas.openxmlformats.org/officeDocument/2006/relationships/package" Target="../embeddings/Microsoft_PowerPoint_Macro-Enabled_Presentation22.pptm"/><Relationship Id="rId69" Type="http://schemas.openxmlformats.org/officeDocument/2006/relationships/image" Target="../media/image44.png"/><Relationship Id="rId8" Type="http://schemas.openxmlformats.org/officeDocument/2006/relationships/package" Target="../embeddings/Microsoft_PowerPoint_Macro-Enabled_Presentation3.pptm"/><Relationship Id="rId51" Type="http://schemas.openxmlformats.org/officeDocument/2006/relationships/image" Target="../media/image32.png"/><Relationship Id="rId3" Type="http://schemas.openxmlformats.org/officeDocument/2006/relationships/image" Target="../media/image1.emf"/><Relationship Id="rId12" Type="http://schemas.openxmlformats.org/officeDocument/2006/relationships/image" Target="../media/image7.png"/><Relationship Id="rId17" Type="http://schemas.openxmlformats.org/officeDocument/2006/relationships/package" Target="../embeddings/Microsoft_PowerPoint_Macro-Enabled_Presentation5.pptm"/><Relationship Id="rId25" Type="http://schemas.openxmlformats.org/officeDocument/2006/relationships/image" Target="../media/image15.png"/><Relationship Id="rId33" Type="http://schemas.openxmlformats.org/officeDocument/2006/relationships/package" Target="../embeddings/Microsoft_PowerPoint_Macro-Enabled_Presentation13.pptm"/><Relationship Id="rId38" Type="http://schemas.openxmlformats.org/officeDocument/2006/relationships/image" Target="../media/image21.emf"/><Relationship Id="rId46" Type="http://schemas.openxmlformats.org/officeDocument/2006/relationships/package" Target="../embeddings/Microsoft_PowerPoint_Macro-Enabled_Presentation17.pptm"/><Relationship Id="rId59" Type="http://schemas.openxmlformats.org/officeDocument/2006/relationships/image" Target="../media/image38.emf"/><Relationship Id="rId67" Type="http://schemas.openxmlformats.org/officeDocument/2006/relationships/image" Target="../media/image42.png"/><Relationship Id="rId20" Type="http://schemas.openxmlformats.org/officeDocument/2006/relationships/image" Target="../media/image12.emf"/><Relationship Id="rId41" Type="http://schemas.openxmlformats.org/officeDocument/2006/relationships/image" Target="../media/image23.png"/><Relationship Id="rId54" Type="http://schemas.openxmlformats.org/officeDocument/2006/relationships/image" Target="../media/image35.png"/><Relationship Id="rId62" Type="http://schemas.openxmlformats.org/officeDocument/2006/relationships/package" Target="../embeddings/Microsoft_PowerPoint_Macro-Enabled_Presentation21.pptm"/><Relationship Id="rId7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PowerPoint_Macro-Enabled_Presentation2.pptm"/><Relationship Id="rId15" Type="http://schemas.openxmlformats.org/officeDocument/2006/relationships/package" Target="../embeddings/Microsoft_PowerPoint_Macro-Enabled_Presentation4.pptm"/><Relationship Id="rId23" Type="http://schemas.openxmlformats.org/officeDocument/2006/relationships/package" Target="../embeddings/Microsoft_PowerPoint_Macro-Enabled_Presentation8.pptm"/><Relationship Id="rId28" Type="http://schemas.openxmlformats.org/officeDocument/2006/relationships/image" Target="../media/image16.emf"/><Relationship Id="rId36" Type="http://schemas.openxmlformats.org/officeDocument/2006/relationships/image" Target="../media/image20.emf"/><Relationship Id="rId49" Type="http://schemas.openxmlformats.org/officeDocument/2006/relationships/image" Target="../media/image30.png"/><Relationship Id="rId57" Type="http://schemas.openxmlformats.org/officeDocument/2006/relationships/image" Target="../media/image37.emf"/><Relationship Id="rId10" Type="http://schemas.openxmlformats.org/officeDocument/2006/relationships/image" Target="../media/image5.png"/><Relationship Id="rId31" Type="http://schemas.openxmlformats.org/officeDocument/2006/relationships/image" Target="../media/image18.png"/><Relationship Id="rId44" Type="http://schemas.openxmlformats.org/officeDocument/2006/relationships/image" Target="../media/image26.png"/><Relationship Id="rId52" Type="http://schemas.openxmlformats.org/officeDocument/2006/relationships/image" Target="../media/image33.png"/><Relationship Id="rId60" Type="http://schemas.openxmlformats.org/officeDocument/2006/relationships/package" Target="../embeddings/Microsoft_PowerPoint_Macro-Enabled_Presentation20.pptm"/><Relationship Id="rId65" Type="http://schemas.openxmlformats.org/officeDocument/2006/relationships/image" Target="../media/image41.emf"/><Relationship Id="rId4" Type="http://schemas.openxmlformats.org/officeDocument/2006/relationships/package" Target="../embeddings/Microsoft_PowerPoint_Macro-Enabled_Presentation1.pptm"/><Relationship Id="rId9" Type="http://schemas.openxmlformats.org/officeDocument/2006/relationships/image" Target="../media/image4.emf"/><Relationship Id="rId13" Type="http://schemas.openxmlformats.org/officeDocument/2006/relationships/image" Target="../media/image8.png"/><Relationship Id="rId18" Type="http://schemas.openxmlformats.org/officeDocument/2006/relationships/image" Target="../media/image11.emf"/><Relationship Id="rId39" Type="http://schemas.openxmlformats.org/officeDocument/2006/relationships/package" Target="../embeddings/Microsoft_PowerPoint_Macro-Enabled_Presentation16.pptm"/><Relationship Id="rId34" Type="http://schemas.openxmlformats.org/officeDocument/2006/relationships/image" Target="../media/image19.emf"/><Relationship Id="rId50" Type="http://schemas.openxmlformats.org/officeDocument/2006/relationships/image" Target="../media/image31.png"/><Relationship Id="rId5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组合 639">
            <a:extLst>
              <a:ext uri="{FF2B5EF4-FFF2-40B4-BE49-F238E27FC236}">
                <a16:creationId xmlns:a16="http://schemas.microsoft.com/office/drawing/2014/main" id="{814DE17C-A959-C8CF-D890-D0223BE3CC7C}"/>
              </a:ext>
            </a:extLst>
          </p:cNvPr>
          <p:cNvGrpSpPr/>
          <p:nvPr/>
        </p:nvGrpSpPr>
        <p:grpSpPr>
          <a:xfrm>
            <a:off x="248400" y="219600"/>
            <a:ext cx="11685847" cy="4701791"/>
            <a:chOff x="126000" y="1676646"/>
            <a:chExt cx="11685847" cy="4701791"/>
          </a:xfrm>
        </p:grpSpPr>
        <p:grpSp>
          <p:nvGrpSpPr>
            <p:cNvPr id="306" name="组合 305">
              <a:extLst>
                <a:ext uri="{FF2B5EF4-FFF2-40B4-BE49-F238E27FC236}">
                  <a16:creationId xmlns:a16="http://schemas.microsoft.com/office/drawing/2014/main" id="{66C9093C-616D-1A87-357C-C655712C9F42}"/>
                </a:ext>
              </a:extLst>
            </p:cNvPr>
            <p:cNvGrpSpPr/>
            <p:nvPr/>
          </p:nvGrpSpPr>
          <p:grpSpPr>
            <a:xfrm>
              <a:off x="4042800" y="1677600"/>
              <a:ext cx="4669200" cy="2214000"/>
              <a:chOff x="889200" y="2326811"/>
              <a:chExt cx="4669200" cy="2214000"/>
            </a:xfrm>
          </p:grpSpPr>
          <p:sp>
            <p:nvSpPr>
              <p:cNvPr id="307" name="矩形: 圆角 306">
                <a:extLst>
                  <a:ext uri="{FF2B5EF4-FFF2-40B4-BE49-F238E27FC236}">
                    <a16:creationId xmlns:a16="http://schemas.microsoft.com/office/drawing/2014/main" id="{D55D9358-5DBA-DE00-9AA9-70C52A3E9BD6}"/>
                  </a:ext>
                </a:extLst>
              </p:cNvPr>
              <p:cNvSpPr/>
              <p:nvPr/>
            </p:nvSpPr>
            <p:spPr>
              <a:xfrm>
                <a:off x="914400" y="2326811"/>
                <a:ext cx="4644000" cy="2214000"/>
              </a:xfrm>
              <a:prstGeom prst="roundRect">
                <a:avLst/>
              </a:prstGeom>
              <a:solidFill>
                <a:srgbClr val="F8F5F9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08" name="对象 307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8A360423-DDE4-4506-A73E-E0536F604A3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20264826"/>
                      </p:ext>
                    </p:extLst>
                  </p:nvPr>
                </p:nvGraphicFramePr>
                <p:xfrm>
                  <a:off x="2603671" y="3296443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" imgW="457161" imgH="457208" progId="PowerPoint.ShowMacroEnabled.12">
                          <p:embed/>
                        </p:oleObj>
                      </mc:Choice>
                      <mc:Fallback>
                        <p:oleObj name="Presentation" r:id="rId2" imgW="457161" imgH="457208" progId="PowerPoint.ShowMacroEnabled.12">
                          <p:embed/>
                          <p:pic>
                            <p:nvPicPr>
                              <p:cNvPr id="200" name="对象 199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0CD8B32F-1027-9684-E35A-980164ECE2F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603671" y="3296443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08" name="对象 307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8A360423-DDE4-4506-A73E-E0536F604A3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20264826"/>
                      </p:ext>
                    </p:extLst>
                  </p:nvPr>
                </p:nvGraphicFramePr>
                <p:xfrm>
                  <a:off x="2603671" y="3296443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" imgW="457161" imgH="457208" progId="PowerPoint.ShowMacroEnabled.12">
                          <p:embed/>
                        </p:oleObj>
                      </mc:Choice>
                      <mc:Fallback>
                        <p:oleObj name="Presentation" r:id="rId2" imgW="457161" imgH="457208" progId="PowerPoint.ShowMacroEnabled.12">
                          <p:embed/>
                          <p:pic>
                            <p:nvPicPr>
                              <p:cNvPr id="200" name="对象 199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0CD8B32F-1027-9684-E35A-980164ECE2F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603671" y="3296443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309" name="直接箭头连接符 308">
                <a:extLst>
                  <a:ext uri="{FF2B5EF4-FFF2-40B4-BE49-F238E27FC236}">
                    <a16:creationId xmlns:a16="http://schemas.microsoft.com/office/drawing/2014/main" id="{7B0DA920-81A3-6CAA-B23E-5796556465ED}"/>
                  </a:ext>
                </a:extLst>
              </p:cNvPr>
              <p:cNvCxnSpPr>
                <a:cxnSpLocks/>
                <a:stCxn id="390" idx="3"/>
                <a:endCxn id="308" idx="0"/>
              </p:cNvCxnSpPr>
              <p:nvPr/>
            </p:nvCxnSpPr>
            <p:spPr>
              <a:xfrm>
                <a:off x="2090041" y="2741616"/>
                <a:ext cx="646830" cy="554827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0" name="直接箭头连接符 309">
                <a:extLst>
                  <a:ext uri="{FF2B5EF4-FFF2-40B4-BE49-F238E27FC236}">
                    <a16:creationId xmlns:a16="http://schemas.microsoft.com/office/drawing/2014/main" id="{38CC1835-AE08-4DA3-B803-6E44A65F7BBA}"/>
                  </a:ext>
                </a:extLst>
              </p:cNvPr>
              <p:cNvCxnSpPr>
                <a:cxnSpLocks/>
                <a:stCxn id="393" idx="3"/>
              </p:cNvCxnSpPr>
              <p:nvPr/>
            </p:nvCxnSpPr>
            <p:spPr>
              <a:xfrm>
                <a:off x="2090041" y="3084084"/>
                <a:ext cx="541721" cy="24310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1" name="直接箭头连接符 310">
                <a:extLst>
                  <a:ext uri="{FF2B5EF4-FFF2-40B4-BE49-F238E27FC236}">
                    <a16:creationId xmlns:a16="http://schemas.microsoft.com/office/drawing/2014/main" id="{782F28ED-126A-D0F4-2378-8322F03EAC76}"/>
                  </a:ext>
                </a:extLst>
              </p:cNvPr>
              <p:cNvCxnSpPr>
                <a:cxnSpLocks/>
                <a:stCxn id="392" idx="3"/>
                <a:endCxn id="308" idx="2"/>
              </p:cNvCxnSpPr>
              <p:nvPr/>
            </p:nvCxnSpPr>
            <p:spPr>
              <a:xfrm flipV="1">
                <a:off x="2090041" y="3562843"/>
                <a:ext cx="646830" cy="55586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2" name="直接箭头连接符 311">
                <a:extLst>
                  <a:ext uri="{FF2B5EF4-FFF2-40B4-BE49-F238E27FC236}">
                    <a16:creationId xmlns:a16="http://schemas.microsoft.com/office/drawing/2014/main" id="{6AA725F2-0312-345C-512E-CF407589FD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90041" y="3528000"/>
                <a:ext cx="538430" cy="24480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3" name="直接箭头连接符 312">
                <a:extLst>
                  <a:ext uri="{FF2B5EF4-FFF2-40B4-BE49-F238E27FC236}">
                    <a16:creationId xmlns:a16="http://schemas.microsoft.com/office/drawing/2014/main" id="{513511AD-3418-F0E6-7D6F-EFCB74B5BA80}"/>
                  </a:ext>
                </a:extLst>
              </p:cNvPr>
              <p:cNvCxnSpPr>
                <a:cxnSpLocks/>
                <a:stCxn id="389" idx="3"/>
                <a:endCxn id="308" idx="1"/>
              </p:cNvCxnSpPr>
              <p:nvPr/>
            </p:nvCxnSpPr>
            <p:spPr>
              <a:xfrm flipV="1">
                <a:off x="2090037" y="3429647"/>
                <a:ext cx="513634" cy="513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14" name="对象 313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DF03360F-8216-B6B4-C5E9-BE12D151E94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187326279"/>
                      </p:ext>
                    </p:extLst>
                  </p:nvPr>
                </p:nvGraphicFramePr>
                <p:xfrm>
                  <a:off x="3136265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4" imgW="457208" imgH="1447975" progId="PowerPoint.ShowMacroEnabled.12">
                          <p:embed/>
                        </p:oleObj>
                      </mc:Choice>
                      <mc:Fallback>
                        <p:oleObj name="Presentation" r:id="rId4" imgW="457208" imgH="1447975" progId="PowerPoint.ShowMacroEnabled.12">
                          <p:embed/>
                          <p:pic>
                            <p:nvPicPr>
                              <p:cNvPr id="209" name="对象 20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1428BC49-0423-E7D2-AA4B-F53D5C020E9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136265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14" name="对象 313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DF03360F-8216-B6B4-C5E9-BE12D151E94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187326279"/>
                      </p:ext>
                    </p:extLst>
                  </p:nvPr>
                </p:nvGraphicFramePr>
                <p:xfrm>
                  <a:off x="3136265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4" imgW="457208" imgH="1447975" progId="PowerPoint.ShowMacroEnabled.12">
                          <p:embed/>
                        </p:oleObj>
                      </mc:Choice>
                      <mc:Fallback>
                        <p:oleObj name="Presentation" r:id="rId4" imgW="457208" imgH="1447975" progId="PowerPoint.ShowMacroEnabled.12">
                          <p:embed/>
                          <p:pic>
                            <p:nvPicPr>
                              <p:cNvPr id="209" name="对象 20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1428BC49-0423-E7D2-AA4B-F53D5C020E9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136265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315" name="直接箭头连接符 314">
                <a:extLst>
                  <a:ext uri="{FF2B5EF4-FFF2-40B4-BE49-F238E27FC236}">
                    <a16:creationId xmlns:a16="http://schemas.microsoft.com/office/drawing/2014/main" id="{FEB7D11B-D468-720C-1ECD-AC826F3B3100}"/>
                  </a:ext>
                </a:extLst>
              </p:cNvPr>
              <p:cNvCxnSpPr>
                <a:cxnSpLocks/>
                <a:stCxn id="308" idx="3"/>
                <a:endCxn id="314" idx="1"/>
              </p:cNvCxnSpPr>
              <p:nvPr/>
            </p:nvCxnSpPr>
            <p:spPr>
              <a:xfrm flipV="1">
                <a:off x="2870071" y="3429004"/>
                <a:ext cx="266194" cy="643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6" name="直接箭头连接符 315">
                <a:extLst>
                  <a:ext uri="{FF2B5EF4-FFF2-40B4-BE49-F238E27FC236}">
                    <a16:creationId xmlns:a16="http://schemas.microsoft.com/office/drawing/2014/main" id="{78A4E012-462E-8612-C2CD-1D425C26B380}"/>
                  </a:ext>
                </a:extLst>
              </p:cNvPr>
              <p:cNvCxnSpPr>
                <a:cxnSpLocks/>
                <a:stCxn id="314" idx="3"/>
                <a:endCxn id="319" idx="1"/>
              </p:cNvCxnSpPr>
              <p:nvPr/>
            </p:nvCxnSpPr>
            <p:spPr>
              <a:xfrm>
                <a:off x="3406833" y="3429000"/>
                <a:ext cx="253494" cy="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17" name="对象 316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2063247-6E0C-FA73-B695-FEC29F5DFAD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71838235"/>
                      </p:ext>
                    </p:extLst>
                  </p:nvPr>
                </p:nvGraphicFramePr>
                <p:xfrm>
                  <a:off x="4985514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" imgW="457208" imgH="1447975" progId="PowerPoint.ShowMacroEnabled.12">
                          <p:embed/>
                        </p:oleObj>
                      </mc:Choice>
                      <mc:Fallback>
                        <p:oleObj name="Presentation" r:id="rId6" imgW="457208" imgH="1447975" progId="PowerPoint.ShowMacroEnabled.12">
                          <p:embed/>
                          <p:pic>
                            <p:nvPicPr>
                              <p:cNvPr id="212" name="对象 211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3D5A04E-3254-C116-6278-001977D4ED21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85514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17" name="对象 316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2063247-6E0C-FA73-B695-FEC29F5DFAD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71838235"/>
                      </p:ext>
                    </p:extLst>
                  </p:nvPr>
                </p:nvGraphicFramePr>
                <p:xfrm>
                  <a:off x="4985514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" imgW="457208" imgH="1447975" progId="PowerPoint.ShowMacroEnabled.12">
                          <p:embed/>
                        </p:oleObj>
                      </mc:Choice>
                      <mc:Fallback>
                        <p:oleObj name="Presentation" r:id="rId6" imgW="457208" imgH="1447975" progId="PowerPoint.ShowMacroEnabled.12">
                          <p:embed/>
                          <p:pic>
                            <p:nvPicPr>
                              <p:cNvPr id="212" name="对象 211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3D5A04E-3254-C116-6278-001977D4ED21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85514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318" name="直接箭头连接符 317">
                <a:extLst>
                  <a:ext uri="{FF2B5EF4-FFF2-40B4-BE49-F238E27FC236}">
                    <a16:creationId xmlns:a16="http://schemas.microsoft.com/office/drawing/2014/main" id="{66DAE281-7E00-54B5-3609-1F1DF266EC1A}"/>
                  </a:ext>
                </a:extLst>
              </p:cNvPr>
              <p:cNvCxnSpPr>
                <a:cxnSpLocks/>
                <a:stCxn id="319" idx="3"/>
                <a:endCxn id="317" idx="1"/>
              </p:cNvCxnSpPr>
              <p:nvPr/>
            </p:nvCxnSpPr>
            <p:spPr>
              <a:xfrm>
                <a:off x="4732020" y="3429000"/>
                <a:ext cx="253494" cy="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19" name="对象 31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4CB3E29-EF60-24E7-9E33-231010D56F7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812030026"/>
                      </p:ext>
                    </p:extLst>
                  </p:nvPr>
                </p:nvGraphicFramePr>
                <p:xfrm>
                  <a:off x="3660331" y="3095692"/>
                  <a:ext cx="1071693" cy="6666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8" imgW="641749" imgH="400958" progId="PowerPoint.ShowMacroEnabled.12">
                          <p:embed/>
                        </p:oleObj>
                      </mc:Choice>
                      <mc:Fallback>
                        <p:oleObj name="Presentation" r:id="rId8" imgW="641749" imgH="400958" progId="PowerPoint.ShowMacroEnabled.12">
                          <p:embed/>
                          <p:pic>
                            <p:nvPicPr>
                              <p:cNvPr id="214" name="对象 213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87A7642D-A08D-29CC-8F98-C7EB360B2BA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660331" y="3095692"/>
                                <a:ext cx="1071693" cy="666625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19" name="对象 31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4CB3E29-EF60-24E7-9E33-231010D56F7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812030026"/>
                      </p:ext>
                    </p:extLst>
                  </p:nvPr>
                </p:nvGraphicFramePr>
                <p:xfrm>
                  <a:off x="3660331" y="3095692"/>
                  <a:ext cx="1071693" cy="6666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8" imgW="641749" imgH="400958" progId="PowerPoint.ShowMacroEnabled.12">
                          <p:embed/>
                        </p:oleObj>
                      </mc:Choice>
                      <mc:Fallback>
                        <p:oleObj name="Presentation" r:id="rId8" imgW="641749" imgH="400958" progId="PowerPoint.ShowMacroEnabled.12">
                          <p:embed/>
                          <p:pic>
                            <p:nvPicPr>
                              <p:cNvPr id="214" name="对象 213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87A7642D-A08D-29CC-8F98-C7EB360B2BA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660331" y="3095692"/>
                                <a:ext cx="1071693" cy="666625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4" name="矩形 383">
                    <a:extLst>
                      <a:ext uri="{FF2B5EF4-FFF2-40B4-BE49-F238E27FC236}">
                        <a16:creationId xmlns:a16="http://schemas.microsoft.com/office/drawing/2014/main" id="{878963CE-1D79-8724-B547-ADCD64D7099D}"/>
                      </a:ext>
                    </a:extLst>
                  </p:cNvPr>
                  <p:cNvSpPr/>
                  <p:nvPr/>
                </p:nvSpPr>
                <p:spPr>
                  <a:xfrm>
                    <a:off x="889200" y="2901128"/>
                    <a:ext cx="33214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84" name="矩形 383">
                    <a:extLst>
                      <a:ext uri="{FF2B5EF4-FFF2-40B4-BE49-F238E27FC236}">
                        <a16:creationId xmlns:a16="http://schemas.microsoft.com/office/drawing/2014/main" id="{878963CE-1D79-8724-B547-ADCD64D709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2901128"/>
                    <a:ext cx="33214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5" name="矩形 384">
                    <a:extLst>
                      <a:ext uri="{FF2B5EF4-FFF2-40B4-BE49-F238E27FC236}">
                        <a16:creationId xmlns:a16="http://schemas.microsoft.com/office/drawing/2014/main" id="{332F7C45-1225-C6B8-D513-8C26CBFBAA48}"/>
                      </a:ext>
                    </a:extLst>
                  </p:cNvPr>
                  <p:cNvSpPr/>
                  <p:nvPr/>
                </p:nvSpPr>
                <p:spPr>
                  <a:xfrm>
                    <a:off x="889200" y="3243600"/>
                    <a:ext cx="36420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85" name="矩形 384">
                    <a:extLst>
                      <a:ext uri="{FF2B5EF4-FFF2-40B4-BE49-F238E27FC236}">
                        <a16:creationId xmlns:a16="http://schemas.microsoft.com/office/drawing/2014/main" id="{332F7C45-1225-C6B8-D513-8C26CBFBAA4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3243600"/>
                    <a:ext cx="36420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6" name="矩形 385">
                    <a:extLst>
                      <a:ext uri="{FF2B5EF4-FFF2-40B4-BE49-F238E27FC236}">
                        <a16:creationId xmlns:a16="http://schemas.microsoft.com/office/drawing/2014/main" id="{AE4E2597-4EA0-F973-7BC8-13C6F9CF37A7}"/>
                      </a:ext>
                    </a:extLst>
                  </p:cNvPr>
                  <p:cNvSpPr/>
                  <p:nvPr/>
                </p:nvSpPr>
                <p:spPr>
                  <a:xfrm>
                    <a:off x="889200" y="2555056"/>
                    <a:ext cx="3962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86" name="矩形 385">
                    <a:extLst>
                      <a:ext uri="{FF2B5EF4-FFF2-40B4-BE49-F238E27FC236}">
                        <a16:creationId xmlns:a16="http://schemas.microsoft.com/office/drawing/2014/main" id="{AE4E2597-4EA0-F973-7BC8-13C6F9CF37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2555056"/>
                    <a:ext cx="39626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7" name="矩形 386">
                    <a:extLst>
                      <a:ext uri="{FF2B5EF4-FFF2-40B4-BE49-F238E27FC236}">
                        <a16:creationId xmlns:a16="http://schemas.microsoft.com/office/drawing/2014/main" id="{802A4762-91CB-3B76-9D6C-27E28FEEDC99}"/>
                      </a:ext>
                    </a:extLst>
                  </p:cNvPr>
                  <p:cNvSpPr/>
                  <p:nvPr/>
                </p:nvSpPr>
                <p:spPr>
                  <a:xfrm>
                    <a:off x="889200" y="3932144"/>
                    <a:ext cx="34336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87" name="矩形 386">
                    <a:extLst>
                      <a:ext uri="{FF2B5EF4-FFF2-40B4-BE49-F238E27FC236}">
                        <a16:creationId xmlns:a16="http://schemas.microsoft.com/office/drawing/2014/main" id="{802A4762-91CB-3B76-9D6C-27E28FEEDC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3932144"/>
                    <a:ext cx="343364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8" name="矩形 387">
                    <a:extLst>
                      <a:ext uri="{FF2B5EF4-FFF2-40B4-BE49-F238E27FC236}">
                        <a16:creationId xmlns:a16="http://schemas.microsoft.com/office/drawing/2014/main" id="{A0A2D2AF-53D4-11BD-1D22-187A1E5A310F}"/>
                      </a:ext>
                    </a:extLst>
                  </p:cNvPr>
                  <p:cNvSpPr/>
                  <p:nvPr/>
                </p:nvSpPr>
                <p:spPr>
                  <a:xfrm>
                    <a:off x="889200" y="3589672"/>
                    <a:ext cx="3962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88" name="矩形 387">
                    <a:extLst>
                      <a:ext uri="{FF2B5EF4-FFF2-40B4-BE49-F238E27FC236}">
                        <a16:creationId xmlns:a16="http://schemas.microsoft.com/office/drawing/2014/main" id="{A0A2D2AF-53D4-11BD-1D22-187A1E5A31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3589672"/>
                    <a:ext cx="39626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89" name="对象 38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A626E12A-3A5A-B8F3-B416-E4C963BBA26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878895258"/>
                      </p:ext>
                    </p:extLst>
                  </p:nvPr>
                </p:nvGraphicFramePr>
                <p:xfrm>
                  <a:off x="1231204" y="3297604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15" imgW="1476912" imgH="457161" progId="PowerPoint.ShowMacroEnabled.12">
                          <p:embed/>
                        </p:oleObj>
                      </mc:Choice>
                      <mc:Fallback>
                        <p:oleObj name="Presentation" r:id="rId15" imgW="1476912" imgH="457161" progId="PowerPoint.ShowMacroEnabled.12">
                          <p:embed/>
                          <p:pic>
                            <p:nvPicPr>
                              <p:cNvPr id="220" name="对象 219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C92D561C-29A4-E6FD-BA8D-A2EE7DA09A22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3297604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89" name="对象 38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A626E12A-3A5A-B8F3-B416-E4C963BBA26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878895258"/>
                      </p:ext>
                    </p:extLst>
                  </p:nvPr>
                </p:nvGraphicFramePr>
                <p:xfrm>
                  <a:off x="1231204" y="3297604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15" imgW="1476912" imgH="457161" progId="PowerPoint.ShowMacroEnabled.12">
                          <p:embed/>
                        </p:oleObj>
                      </mc:Choice>
                      <mc:Fallback>
                        <p:oleObj name="Presentation" r:id="rId15" imgW="1476912" imgH="457161" progId="PowerPoint.ShowMacroEnabled.12">
                          <p:embed/>
                          <p:pic>
                            <p:nvPicPr>
                              <p:cNvPr id="220" name="对象 219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C92D561C-29A4-E6FD-BA8D-A2EE7DA09A22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3297604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90" name="对象 389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C42FCFA-4721-28AF-E07C-61C9B7249E2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25730372"/>
                      </p:ext>
                    </p:extLst>
                  </p:nvPr>
                </p:nvGraphicFramePr>
                <p:xfrm>
                  <a:off x="1231204" y="2609060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17" imgW="1477064" imgH="457208" progId="PowerPoint.ShowMacroEnabled.12">
                          <p:embed/>
                        </p:oleObj>
                      </mc:Choice>
                      <mc:Fallback>
                        <p:oleObj name="Presentation" r:id="rId17" imgW="1477064" imgH="457208" progId="PowerPoint.ShowMacroEnabled.12">
                          <p:embed/>
                          <p:pic>
                            <p:nvPicPr>
                              <p:cNvPr id="232" name="对象 231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FEEF58AC-976C-CFBE-AB93-C899F309D592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2609060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90" name="对象 389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C42FCFA-4721-28AF-E07C-61C9B7249E2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25730372"/>
                      </p:ext>
                    </p:extLst>
                  </p:nvPr>
                </p:nvGraphicFramePr>
                <p:xfrm>
                  <a:off x="1231204" y="2609060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17" imgW="1477064" imgH="457208" progId="PowerPoint.ShowMacroEnabled.12">
                          <p:embed/>
                        </p:oleObj>
                      </mc:Choice>
                      <mc:Fallback>
                        <p:oleObj name="Presentation" r:id="rId17" imgW="1477064" imgH="457208" progId="PowerPoint.ShowMacroEnabled.12">
                          <p:embed/>
                          <p:pic>
                            <p:nvPicPr>
                              <p:cNvPr id="232" name="对象 231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FEEF58AC-976C-CFBE-AB93-C899F309D592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2609060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91" name="对象 390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777AC69A-774B-23DC-F5F9-48BA141C394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40864226"/>
                      </p:ext>
                    </p:extLst>
                  </p:nvPr>
                </p:nvGraphicFramePr>
                <p:xfrm>
                  <a:off x="1231204" y="3640076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19" imgW="1476912" imgH="457161" progId="PowerPoint.ShowMacroEnabled.12">
                          <p:embed/>
                        </p:oleObj>
                      </mc:Choice>
                      <mc:Fallback>
                        <p:oleObj name="Presentation" r:id="rId19" imgW="1476912" imgH="457161" progId="PowerPoint.ShowMacroEnabled.12">
                          <p:embed/>
                          <p:pic>
                            <p:nvPicPr>
                              <p:cNvPr id="233" name="对象 232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95D68DF-12D7-D8CB-30AA-0A3854BDE73F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3640076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91" name="对象 390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777AC69A-774B-23DC-F5F9-48BA141C394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40864226"/>
                      </p:ext>
                    </p:extLst>
                  </p:nvPr>
                </p:nvGraphicFramePr>
                <p:xfrm>
                  <a:off x="1231204" y="3640076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19" imgW="1476912" imgH="457161" progId="PowerPoint.ShowMacroEnabled.12">
                          <p:embed/>
                        </p:oleObj>
                      </mc:Choice>
                      <mc:Fallback>
                        <p:oleObj name="Presentation" r:id="rId19" imgW="1476912" imgH="457161" progId="PowerPoint.ShowMacroEnabled.12">
                          <p:embed/>
                          <p:pic>
                            <p:nvPicPr>
                              <p:cNvPr id="233" name="对象 232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95D68DF-12D7-D8CB-30AA-0A3854BDE73F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3640076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92" name="对象 391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9E188CE3-0D9A-DFC4-7F60-D4D40CE0C13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11572196"/>
                      </p:ext>
                    </p:extLst>
                  </p:nvPr>
                </p:nvGraphicFramePr>
                <p:xfrm>
                  <a:off x="1231204" y="3986148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1" imgW="1476912" imgH="457161" progId="PowerPoint.ShowMacroEnabled.12">
                          <p:embed/>
                        </p:oleObj>
                      </mc:Choice>
                      <mc:Fallback>
                        <p:oleObj name="Presentation" r:id="rId21" imgW="1476912" imgH="457161" progId="PowerPoint.ShowMacroEnabled.12">
                          <p:embed/>
                          <p:pic>
                            <p:nvPicPr>
                              <p:cNvPr id="234" name="对象 233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769064D5-E317-3345-B3B1-3407882A9AF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3986148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92" name="对象 391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9E188CE3-0D9A-DFC4-7F60-D4D40CE0C13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11572196"/>
                      </p:ext>
                    </p:extLst>
                  </p:nvPr>
                </p:nvGraphicFramePr>
                <p:xfrm>
                  <a:off x="1231204" y="3986148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1" imgW="1476912" imgH="457161" progId="PowerPoint.ShowMacroEnabled.12">
                          <p:embed/>
                        </p:oleObj>
                      </mc:Choice>
                      <mc:Fallback>
                        <p:oleObj name="Presentation" r:id="rId21" imgW="1476912" imgH="457161" progId="PowerPoint.ShowMacroEnabled.12">
                          <p:embed/>
                          <p:pic>
                            <p:nvPicPr>
                              <p:cNvPr id="234" name="对象 233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769064D5-E317-3345-B3B1-3407882A9AF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3986148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93" name="对象 39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4A1400A0-7854-8B69-2E5B-11F3A7D24B0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00973437"/>
                      </p:ext>
                    </p:extLst>
                  </p:nvPr>
                </p:nvGraphicFramePr>
                <p:xfrm>
                  <a:off x="1231204" y="2951532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3" imgW="1476912" imgH="457161" progId="PowerPoint.ShowMacroEnabled.12">
                          <p:embed/>
                        </p:oleObj>
                      </mc:Choice>
                      <mc:Fallback>
                        <p:oleObj name="Presentation" r:id="rId23" imgW="1476912" imgH="457161" progId="PowerPoint.ShowMacroEnabled.12">
                          <p:embed/>
                          <p:pic>
                            <p:nvPicPr>
                              <p:cNvPr id="259" name="对象 25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BCBF8D49-2568-70B9-F6E1-B27DFFC374DC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2951532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93" name="对象 39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4A1400A0-7854-8B69-2E5B-11F3A7D24B0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00973437"/>
                      </p:ext>
                    </p:extLst>
                  </p:nvPr>
                </p:nvGraphicFramePr>
                <p:xfrm>
                  <a:off x="1231204" y="2951532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3" imgW="1476912" imgH="457161" progId="PowerPoint.ShowMacroEnabled.12">
                          <p:embed/>
                        </p:oleObj>
                      </mc:Choice>
                      <mc:Fallback>
                        <p:oleObj name="Presentation" r:id="rId23" imgW="1476912" imgH="457161" progId="PowerPoint.ShowMacroEnabled.12">
                          <p:embed/>
                          <p:pic>
                            <p:nvPicPr>
                              <p:cNvPr id="259" name="对象 25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BCBF8D49-2568-70B9-F6E1-B27DFFC374DC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4" y="2951532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4" name="矩形 393">
                    <a:extLst>
                      <a:ext uri="{FF2B5EF4-FFF2-40B4-BE49-F238E27FC236}">
                        <a16:creationId xmlns:a16="http://schemas.microsoft.com/office/drawing/2014/main" id="{84F69408-A05B-E8B4-F53C-65E7C4FFB40B}"/>
                      </a:ext>
                    </a:extLst>
                  </p:cNvPr>
                  <p:cNvSpPr/>
                  <p:nvPr/>
                </p:nvSpPr>
                <p:spPr>
                  <a:xfrm>
                    <a:off x="4564800" y="2797200"/>
                    <a:ext cx="46769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94" name="矩形 393">
                    <a:extLst>
                      <a:ext uri="{FF2B5EF4-FFF2-40B4-BE49-F238E27FC236}">
                        <a16:creationId xmlns:a16="http://schemas.microsoft.com/office/drawing/2014/main" id="{84F69408-A05B-E8B4-F53C-65E7C4FFB4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4800" y="2797200"/>
                    <a:ext cx="467692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5" name="组合 394">
              <a:extLst>
                <a:ext uri="{FF2B5EF4-FFF2-40B4-BE49-F238E27FC236}">
                  <a16:creationId xmlns:a16="http://schemas.microsoft.com/office/drawing/2014/main" id="{B9B29AC8-CB33-5CD1-D7C5-58D3A5A9FCD4}"/>
                </a:ext>
              </a:extLst>
            </p:cNvPr>
            <p:cNvGrpSpPr/>
            <p:nvPr/>
          </p:nvGrpSpPr>
          <p:grpSpPr>
            <a:xfrm>
              <a:off x="4042800" y="4161600"/>
              <a:ext cx="4670146" cy="2214000"/>
              <a:chOff x="889200" y="2325600"/>
              <a:chExt cx="4670146" cy="2214000"/>
            </a:xfrm>
          </p:grpSpPr>
          <p:sp>
            <p:nvSpPr>
              <p:cNvPr id="396" name="矩形: 圆角 395">
                <a:extLst>
                  <a:ext uri="{FF2B5EF4-FFF2-40B4-BE49-F238E27FC236}">
                    <a16:creationId xmlns:a16="http://schemas.microsoft.com/office/drawing/2014/main" id="{7F8C876F-2817-6718-88BD-9F86CD811A9A}"/>
                  </a:ext>
                </a:extLst>
              </p:cNvPr>
              <p:cNvSpPr/>
              <p:nvPr/>
            </p:nvSpPr>
            <p:spPr>
              <a:xfrm>
                <a:off x="915346" y="2325600"/>
                <a:ext cx="4644000" cy="2214000"/>
              </a:xfrm>
              <a:prstGeom prst="roundRect">
                <a:avLst/>
              </a:prstGeom>
              <a:solidFill>
                <a:srgbClr val="F8F5F9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97" name="对象 396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86A77EF0-C1DC-FB31-D86B-9E9A3A5575C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82417138"/>
                      </p:ext>
                    </p:extLst>
                  </p:nvPr>
                </p:nvGraphicFramePr>
                <p:xfrm>
                  <a:off x="2603671" y="3296443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6" imgW="457161" imgH="457208" progId="PowerPoint.ShowMacroEnabled.12">
                          <p:embed/>
                        </p:oleObj>
                      </mc:Choice>
                      <mc:Fallback>
                        <p:oleObj name="Presentation" r:id="rId26" imgW="457161" imgH="457208" progId="PowerPoint.ShowMacroEnabled.12">
                          <p:embed/>
                          <p:pic>
                            <p:nvPicPr>
                              <p:cNvPr id="169" name="对象 16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1DA6506A-7ECF-29A5-7DA7-574D88D3B6E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603671" y="3296443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97" name="对象 396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86A77EF0-C1DC-FB31-D86B-9E9A3A5575C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82417138"/>
                      </p:ext>
                    </p:extLst>
                  </p:nvPr>
                </p:nvGraphicFramePr>
                <p:xfrm>
                  <a:off x="2603671" y="3296443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6" imgW="457161" imgH="457208" progId="PowerPoint.ShowMacroEnabled.12">
                          <p:embed/>
                        </p:oleObj>
                      </mc:Choice>
                      <mc:Fallback>
                        <p:oleObj name="Presentation" r:id="rId26" imgW="457161" imgH="457208" progId="PowerPoint.ShowMacroEnabled.12">
                          <p:embed/>
                          <p:pic>
                            <p:nvPicPr>
                              <p:cNvPr id="169" name="对象 16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1DA6506A-7ECF-29A5-7DA7-574D88D3B6E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603671" y="3296443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398" name="直接箭头连接符 397">
                <a:extLst>
                  <a:ext uri="{FF2B5EF4-FFF2-40B4-BE49-F238E27FC236}">
                    <a16:creationId xmlns:a16="http://schemas.microsoft.com/office/drawing/2014/main" id="{F82C6ACC-DA17-498E-C86F-A89C5FBF5AC1}"/>
                  </a:ext>
                </a:extLst>
              </p:cNvPr>
              <p:cNvCxnSpPr>
                <a:cxnSpLocks/>
                <a:stCxn id="409" idx="3"/>
                <a:endCxn id="397" idx="0"/>
              </p:cNvCxnSpPr>
              <p:nvPr/>
            </p:nvCxnSpPr>
            <p:spPr>
              <a:xfrm>
                <a:off x="2090037" y="2739730"/>
                <a:ext cx="646834" cy="556713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99" name="直接箭头连接符 398">
                <a:extLst>
                  <a:ext uri="{FF2B5EF4-FFF2-40B4-BE49-F238E27FC236}">
                    <a16:creationId xmlns:a16="http://schemas.microsoft.com/office/drawing/2014/main" id="{B7AAA31C-BACF-6D73-90BC-6FA64E69EC46}"/>
                  </a:ext>
                </a:extLst>
              </p:cNvPr>
              <p:cNvCxnSpPr>
                <a:cxnSpLocks/>
                <a:stCxn id="410" idx="3"/>
              </p:cNvCxnSpPr>
              <p:nvPr/>
            </p:nvCxnSpPr>
            <p:spPr>
              <a:xfrm>
                <a:off x="2090037" y="3084084"/>
                <a:ext cx="541721" cy="24310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0" name="直接箭头连接符 399">
                <a:extLst>
                  <a:ext uri="{FF2B5EF4-FFF2-40B4-BE49-F238E27FC236}">
                    <a16:creationId xmlns:a16="http://schemas.microsoft.com/office/drawing/2014/main" id="{BF15A0F6-D462-A1D3-0670-6393A2DF6560}"/>
                  </a:ext>
                </a:extLst>
              </p:cNvPr>
              <p:cNvCxnSpPr>
                <a:cxnSpLocks/>
                <a:stCxn id="413" idx="3"/>
                <a:endCxn id="397" idx="2"/>
              </p:cNvCxnSpPr>
              <p:nvPr/>
            </p:nvCxnSpPr>
            <p:spPr>
              <a:xfrm flipV="1">
                <a:off x="2090037" y="3562843"/>
                <a:ext cx="646834" cy="555857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1" name="直接箭头连接符 400">
                <a:extLst>
                  <a:ext uri="{FF2B5EF4-FFF2-40B4-BE49-F238E27FC236}">
                    <a16:creationId xmlns:a16="http://schemas.microsoft.com/office/drawing/2014/main" id="{24C1B44B-D4C4-F3C4-4F30-3621772BD2BF}"/>
                  </a:ext>
                </a:extLst>
              </p:cNvPr>
              <p:cNvCxnSpPr>
                <a:cxnSpLocks/>
                <a:stCxn id="412" idx="3"/>
              </p:cNvCxnSpPr>
              <p:nvPr/>
            </p:nvCxnSpPr>
            <p:spPr>
              <a:xfrm flipV="1">
                <a:off x="2090037" y="3528436"/>
                <a:ext cx="539339" cy="244192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2" name="直接箭头连接符 401">
                <a:extLst>
                  <a:ext uri="{FF2B5EF4-FFF2-40B4-BE49-F238E27FC236}">
                    <a16:creationId xmlns:a16="http://schemas.microsoft.com/office/drawing/2014/main" id="{2D91063C-83F0-648C-A139-00A89DB065DB}"/>
                  </a:ext>
                </a:extLst>
              </p:cNvPr>
              <p:cNvCxnSpPr>
                <a:cxnSpLocks/>
                <a:stCxn id="411" idx="3"/>
                <a:endCxn id="397" idx="1"/>
              </p:cNvCxnSpPr>
              <p:nvPr/>
            </p:nvCxnSpPr>
            <p:spPr>
              <a:xfrm flipV="1">
                <a:off x="2090037" y="3429643"/>
                <a:ext cx="513634" cy="513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03" name="对象 40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29423B50-1B22-2053-AB3A-19581AA8157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94944910"/>
                      </p:ext>
                    </p:extLst>
                  </p:nvPr>
                </p:nvGraphicFramePr>
                <p:xfrm>
                  <a:off x="3136265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7" imgW="457208" imgH="1447975" progId="PowerPoint.ShowMacroEnabled.12">
                          <p:embed/>
                        </p:oleObj>
                      </mc:Choice>
                      <mc:Fallback>
                        <p:oleObj name="Presentation" r:id="rId27" imgW="457208" imgH="1447975" progId="PowerPoint.ShowMacroEnabled.12">
                          <p:embed/>
                          <p:pic>
                            <p:nvPicPr>
                              <p:cNvPr id="175" name="对象 174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26309B0B-D974-CFE4-D195-D7E8A04D2E0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136265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03" name="对象 40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29423B50-1B22-2053-AB3A-19581AA8157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94944910"/>
                      </p:ext>
                    </p:extLst>
                  </p:nvPr>
                </p:nvGraphicFramePr>
                <p:xfrm>
                  <a:off x="3136265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7" imgW="457208" imgH="1447975" progId="PowerPoint.ShowMacroEnabled.12">
                          <p:embed/>
                        </p:oleObj>
                      </mc:Choice>
                      <mc:Fallback>
                        <p:oleObj name="Presentation" r:id="rId27" imgW="457208" imgH="1447975" progId="PowerPoint.ShowMacroEnabled.12">
                          <p:embed/>
                          <p:pic>
                            <p:nvPicPr>
                              <p:cNvPr id="175" name="对象 174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26309B0B-D974-CFE4-D195-D7E8A04D2E0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136265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404" name="直接箭头连接符 403">
                <a:extLst>
                  <a:ext uri="{FF2B5EF4-FFF2-40B4-BE49-F238E27FC236}">
                    <a16:creationId xmlns:a16="http://schemas.microsoft.com/office/drawing/2014/main" id="{6FDFF7CE-CD9E-4EC8-5BF0-A035B43C36D5}"/>
                  </a:ext>
                </a:extLst>
              </p:cNvPr>
              <p:cNvCxnSpPr>
                <a:cxnSpLocks/>
                <a:stCxn id="397" idx="3"/>
                <a:endCxn id="403" idx="1"/>
              </p:cNvCxnSpPr>
              <p:nvPr/>
            </p:nvCxnSpPr>
            <p:spPr>
              <a:xfrm flipV="1">
                <a:off x="2870071" y="3429000"/>
                <a:ext cx="266194" cy="643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5" name="直接箭头连接符 404">
                <a:extLst>
                  <a:ext uri="{FF2B5EF4-FFF2-40B4-BE49-F238E27FC236}">
                    <a16:creationId xmlns:a16="http://schemas.microsoft.com/office/drawing/2014/main" id="{BA7C55AF-0907-2132-E59C-BF4DA48A7BC6}"/>
                  </a:ext>
                </a:extLst>
              </p:cNvPr>
              <p:cNvCxnSpPr>
                <a:cxnSpLocks/>
                <a:stCxn id="403" idx="3"/>
              </p:cNvCxnSpPr>
              <p:nvPr/>
            </p:nvCxnSpPr>
            <p:spPr>
              <a:xfrm>
                <a:off x="3406833" y="3429000"/>
                <a:ext cx="253494" cy="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06" name="对象 405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90A3AA0A-E87F-B0B4-E8C7-5473ABF6C45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13508385"/>
                      </p:ext>
                    </p:extLst>
                  </p:nvPr>
                </p:nvGraphicFramePr>
                <p:xfrm>
                  <a:off x="4985514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9" imgW="457208" imgH="1447975" progId="PowerPoint.ShowMacroEnabled.12">
                          <p:embed/>
                        </p:oleObj>
                      </mc:Choice>
                      <mc:Fallback>
                        <p:oleObj name="Presentation" r:id="rId29" imgW="457208" imgH="1447975" progId="PowerPoint.ShowMacroEnabled.12">
                          <p:embed/>
                          <p:pic>
                            <p:nvPicPr>
                              <p:cNvPr id="183" name="对象 182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F2229E0B-A624-A095-7D72-8E3651F6D413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85514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06" name="对象 405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90A3AA0A-E87F-B0B4-E8C7-5473ABF6C45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13508385"/>
                      </p:ext>
                    </p:extLst>
                  </p:nvPr>
                </p:nvGraphicFramePr>
                <p:xfrm>
                  <a:off x="4985514" y="3000600"/>
                  <a:ext cx="270568" cy="856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29" imgW="457208" imgH="1447975" progId="PowerPoint.ShowMacroEnabled.12">
                          <p:embed/>
                        </p:oleObj>
                      </mc:Choice>
                      <mc:Fallback>
                        <p:oleObj name="Presentation" r:id="rId29" imgW="457208" imgH="1447975" progId="PowerPoint.ShowMacroEnabled.12">
                          <p:embed/>
                          <p:pic>
                            <p:nvPicPr>
                              <p:cNvPr id="183" name="对象 182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F2229E0B-A624-A095-7D72-8E3651F6D413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85514" y="3000600"/>
                                <a:ext cx="270568" cy="8568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407" name="直接箭头连接符 406">
                <a:extLst>
                  <a:ext uri="{FF2B5EF4-FFF2-40B4-BE49-F238E27FC236}">
                    <a16:creationId xmlns:a16="http://schemas.microsoft.com/office/drawing/2014/main" id="{6D90274E-8D26-A2CF-4A8D-CC6A7562811F}"/>
                  </a:ext>
                </a:extLst>
              </p:cNvPr>
              <p:cNvCxnSpPr>
                <a:cxnSpLocks/>
                <a:endCxn id="406" idx="1"/>
              </p:cNvCxnSpPr>
              <p:nvPr/>
            </p:nvCxnSpPr>
            <p:spPr>
              <a:xfrm>
                <a:off x="4732020" y="3429000"/>
                <a:ext cx="253494" cy="0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8" name="矩形 407">
                    <a:extLst>
                      <a:ext uri="{FF2B5EF4-FFF2-40B4-BE49-F238E27FC236}">
                        <a16:creationId xmlns:a16="http://schemas.microsoft.com/office/drawing/2014/main" id="{E977496E-4089-6931-F8CB-CF331649B6B5}"/>
                      </a:ext>
                    </a:extLst>
                  </p:cNvPr>
                  <p:cNvSpPr/>
                  <p:nvPr/>
                </p:nvSpPr>
                <p:spPr>
                  <a:xfrm>
                    <a:off x="4562875" y="2798356"/>
                    <a:ext cx="534634" cy="39651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08" name="矩形 407">
                    <a:extLst>
                      <a:ext uri="{FF2B5EF4-FFF2-40B4-BE49-F238E27FC236}">
                        <a16:creationId xmlns:a16="http://schemas.microsoft.com/office/drawing/2014/main" id="{E977496E-4089-6931-F8CB-CF331649B6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2875" y="2798356"/>
                    <a:ext cx="534634" cy="39651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09" name="对象 40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B5C239A6-F35F-F925-C156-9111D89DC81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19472030"/>
                      </p:ext>
                    </p:extLst>
                  </p:nvPr>
                </p:nvGraphicFramePr>
                <p:xfrm>
                  <a:off x="1231200" y="2607174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2" imgW="1477064" imgH="457208" progId="PowerPoint.ShowMacroEnabled.12">
                          <p:embed/>
                        </p:oleObj>
                      </mc:Choice>
                      <mc:Fallback>
                        <p:oleObj name="Presentation" r:id="rId32" imgW="1477064" imgH="457208" progId="PowerPoint.ShowMacroEnabled.12">
                          <p:embed/>
                          <p:pic>
                            <p:nvPicPr>
                              <p:cNvPr id="186" name="对象 185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F543F82-3C86-A123-6171-378C7504CB28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2607174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09" name="对象 40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B5C239A6-F35F-F925-C156-9111D89DC81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19472030"/>
                      </p:ext>
                    </p:extLst>
                  </p:nvPr>
                </p:nvGraphicFramePr>
                <p:xfrm>
                  <a:off x="1231200" y="2607174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2" imgW="1477064" imgH="457208" progId="PowerPoint.ShowMacroEnabled.12">
                          <p:embed/>
                        </p:oleObj>
                      </mc:Choice>
                      <mc:Fallback>
                        <p:oleObj name="Presentation" r:id="rId32" imgW="1477064" imgH="457208" progId="PowerPoint.ShowMacroEnabled.12">
                          <p:embed/>
                          <p:pic>
                            <p:nvPicPr>
                              <p:cNvPr id="186" name="对象 185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F543F82-3C86-A123-6171-378C7504CB28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2607174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10" name="对象 409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2C07A92E-DEA8-A565-283D-64397069769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491364904"/>
                      </p:ext>
                    </p:extLst>
                  </p:nvPr>
                </p:nvGraphicFramePr>
                <p:xfrm>
                  <a:off x="1231200" y="2951528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3" imgW="1476912" imgH="457161" progId="PowerPoint.ShowMacroEnabled.12">
                          <p:embed/>
                        </p:oleObj>
                      </mc:Choice>
                      <mc:Fallback>
                        <p:oleObj name="Presentation" r:id="rId33" imgW="1476912" imgH="457161" progId="PowerPoint.ShowMacroEnabled.12">
                          <p:embed/>
                          <p:pic>
                            <p:nvPicPr>
                              <p:cNvPr id="187" name="对象 186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C7468D05-4DE2-6A17-543D-770B2C323BC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2951528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10" name="对象 409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2C07A92E-DEA8-A565-283D-64397069769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491364904"/>
                      </p:ext>
                    </p:extLst>
                  </p:nvPr>
                </p:nvGraphicFramePr>
                <p:xfrm>
                  <a:off x="1231200" y="2951528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3" imgW="1476912" imgH="457161" progId="PowerPoint.ShowMacroEnabled.12">
                          <p:embed/>
                        </p:oleObj>
                      </mc:Choice>
                      <mc:Fallback>
                        <p:oleObj name="Presentation" r:id="rId33" imgW="1476912" imgH="457161" progId="PowerPoint.ShowMacroEnabled.12">
                          <p:embed/>
                          <p:pic>
                            <p:nvPicPr>
                              <p:cNvPr id="187" name="对象 186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C7468D05-4DE2-6A17-543D-770B2C323BC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2951528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11" name="对象 410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7F7A1B6E-07EC-C89D-F115-C70C2AE4D58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00067516"/>
                      </p:ext>
                    </p:extLst>
                  </p:nvPr>
                </p:nvGraphicFramePr>
                <p:xfrm>
                  <a:off x="1231200" y="3297600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5" imgW="1477064" imgH="457208" progId="PowerPoint.ShowMacroEnabled.12">
                          <p:embed/>
                        </p:oleObj>
                      </mc:Choice>
                      <mc:Fallback>
                        <p:oleObj name="Presentation" r:id="rId35" imgW="1477064" imgH="457208" progId="PowerPoint.ShowMacroEnabled.12">
                          <p:embed/>
                          <p:pic>
                            <p:nvPicPr>
                              <p:cNvPr id="188" name="对象 187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D57E47D9-DFD2-DBE5-D651-817E63C714C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3297600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11" name="对象 410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7F7A1B6E-07EC-C89D-F115-C70C2AE4D58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00067516"/>
                      </p:ext>
                    </p:extLst>
                  </p:nvPr>
                </p:nvGraphicFramePr>
                <p:xfrm>
                  <a:off x="1231200" y="3297600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5" imgW="1477064" imgH="457208" progId="PowerPoint.ShowMacroEnabled.12">
                          <p:embed/>
                        </p:oleObj>
                      </mc:Choice>
                      <mc:Fallback>
                        <p:oleObj name="Presentation" r:id="rId35" imgW="1477064" imgH="457208" progId="PowerPoint.ShowMacroEnabled.12">
                          <p:embed/>
                          <p:pic>
                            <p:nvPicPr>
                              <p:cNvPr id="188" name="对象 187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D57E47D9-DFD2-DBE5-D651-817E63C714C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3297600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12" name="对象 411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D78418DD-57B5-9147-0067-E37412BCD09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130139562"/>
                      </p:ext>
                    </p:extLst>
                  </p:nvPr>
                </p:nvGraphicFramePr>
                <p:xfrm>
                  <a:off x="1231200" y="3640072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7" imgW="1477064" imgH="457208" progId="PowerPoint.ShowMacroEnabled.12">
                          <p:embed/>
                        </p:oleObj>
                      </mc:Choice>
                      <mc:Fallback>
                        <p:oleObj name="Presentation" r:id="rId37" imgW="1477064" imgH="457208" progId="PowerPoint.ShowMacroEnabled.12">
                          <p:embed/>
                          <p:pic>
                            <p:nvPicPr>
                              <p:cNvPr id="189" name="对象 18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3B72FEF-E77D-32B4-069A-F34751013EB1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3640072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12" name="对象 411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D78418DD-57B5-9147-0067-E37412BCD09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130139562"/>
                      </p:ext>
                    </p:extLst>
                  </p:nvPr>
                </p:nvGraphicFramePr>
                <p:xfrm>
                  <a:off x="1231200" y="3640072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7" imgW="1477064" imgH="457208" progId="PowerPoint.ShowMacroEnabled.12">
                          <p:embed/>
                        </p:oleObj>
                      </mc:Choice>
                      <mc:Fallback>
                        <p:oleObj name="Presentation" r:id="rId37" imgW="1477064" imgH="457208" progId="PowerPoint.ShowMacroEnabled.12">
                          <p:embed/>
                          <p:pic>
                            <p:nvPicPr>
                              <p:cNvPr id="189" name="对象 18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3B72FEF-E77D-32B4-069A-F34751013EB1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3640072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13" name="对象 41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BE7D7E2A-736C-C7BF-BB53-9318ACC4040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59389575"/>
                      </p:ext>
                    </p:extLst>
                  </p:nvPr>
                </p:nvGraphicFramePr>
                <p:xfrm>
                  <a:off x="1231200" y="3986144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9" imgW="1476912" imgH="457161" progId="PowerPoint.ShowMacroEnabled.12">
                          <p:embed/>
                        </p:oleObj>
                      </mc:Choice>
                      <mc:Fallback>
                        <p:oleObj name="Presentation" r:id="rId39" imgW="1476912" imgH="457161" progId="PowerPoint.ShowMacroEnabled.12">
                          <p:embed/>
                          <p:pic>
                            <p:nvPicPr>
                              <p:cNvPr id="190" name="对象 189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6997588B-2244-81C1-6D47-815407D2F01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4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3986144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13" name="对象 41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BE7D7E2A-736C-C7BF-BB53-9318ACC4040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59389575"/>
                      </p:ext>
                    </p:extLst>
                  </p:nvPr>
                </p:nvGraphicFramePr>
                <p:xfrm>
                  <a:off x="1231200" y="3986144"/>
                  <a:ext cx="858837" cy="2651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39" imgW="1476912" imgH="457161" progId="PowerPoint.ShowMacroEnabled.12">
                          <p:embed/>
                        </p:oleObj>
                      </mc:Choice>
                      <mc:Fallback>
                        <p:oleObj name="Presentation" r:id="rId39" imgW="1476912" imgH="457161" progId="PowerPoint.ShowMacroEnabled.12">
                          <p:embed/>
                          <p:pic>
                            <p:nvPicPr>
                              <p:cNvPr id="190" name="对象 189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6997588B-2244-81C1-6D47-815407D2F015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4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1200" y="3986144"/>
                                <a:ext cx="858837" cy="26511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4" name="矩形 413">
                    <a:extLst>
                      <a:ext uri="{FF2B5EF4-FFF2-40B4-BE49-F238E27FC236}">
                        <a16:creationId xmlns:a16="http://schemas.microsoft.com/office/drawing/2014/main" id="{1DE322E5-40E3-CD29-1ED0-F7F66792C22B}"/>
                      </a:ext>
                    </a:extLst>
                  </p:cNvPr>
                  <p:cNvSpPr/>
                  <p:nvPr/>
                </p:nvSpPr>
                <p:spPr>
                  <a:xfrm>
                    <a:off x="889200" y="2901128"/>
                    <a:ext cx="33214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14" name="矩形 413">
                    <a:extLst>
                      <a:ext uri="{FF2B5EF4-FFF2-40B4-BE49-F238E27FC236}">
                        <a16:creationId xmlns:a16="http://schemas.microsoft.com/office/drawing/2014/main" id="{1DE322E5-40E3-CD29-1ED0-F7F66792C2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2901128"/>
                    <a:ext cx="332142" cy="369332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5" name="矩形 414">
                    <a:extLst>
                      <a:ext uri="{FF2B5EF4-FFF2-40B4-BE49-F238E27FC236}">
                        <a16:creationId xmlns:a16="http://schemas.microsoft.com/office/drawing/2014/main" id="{2F663C25-34D2-F48F-B429-8FFBF9586EB6}"/>
                      </a:ext>
                    </a:extLst>
                  </p:cNvPr>
                  <p:cNvSpPr/>
                  <p:nvPr/>
                </p:nvSpPr>
                <p:spPr>
                  <a:xfrm>
                    <a:off x="889200" y="3243600"/>
                    <a:ext cx="36420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15" name="矩形 414">
                    <a:extLst>
                      <a:ext uri="{FF2B5EF4-FFF2-40B4-BE49-F238E27FC236}">
                        <a16:creationId xmlns:a16="http://schemas.microsoft.com/office/drawing/2014/main" id="{2F663C25-34D2-F48F-B429-8FFBF9586EB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3243600"/>
                    <a:ext cx="364202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6" name="矩形 415">
                    <a:extLst>
                      <a:ext uri="{FF2B5EF4-FFF2-40B4-BE49-F238E27FC236}">
                        <a16:creationId xmlns:a16="http://schemas.microsoft.com/office/drawing/2014/main" id="{018C3C8F-ADC4-5D87-C181-2C9E141035C9}"/>
                      </a:ext>
                    </a:extLst>
                  </p:cNvPr>
                  <p:cNvSpPr/>
                  <p:nvPr/>
                </p:nvSpPr>
                <p:spPr>
                  <a:xfrm>
                    <a:off x="889200" y="2555056"/>
                    <a:ext cx="3962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16" name="矩形 415">
                    <a:extLst>
                      <a:ext uri="{FF2B5EF4-FFF2-40B4-BE49-F238E27FC236}">
                        <a16:creationId xmlns:a16="http://schemas.microsoft.com/office/drawing/2014/main" id="{018C3C8F-ADC4-5D87-C181-2C9E141035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2555056"/>
                    <a:ext cx="396262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7" name="矩形 416">
                    <a:extLst>
                      <a:ext uri="{FF2B5EF4-FFF2-40B4-BE49-F238E27FC236}">
                        <a16:creationId xmlns:a16="http://schemas.microsoft.com/office/drawing/2014/main" id="{2839F8E6-5F7E-72E9-AA06-7D7AFFE5D046}"/>
                      </a:ext>
                    </a:extLst>
                  </p:cNvPr>
                  <p:cNvSpPr/>
                  <p:nvPr/>
                </p:nvSpPr>
                <p:spPr>
                  <a:xfrm>
                    <a:off x="889200" y="3932144"/>
                    <a:ext cx="34336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17" name="矩形 416">
                    <a:extLst>
                      <a:ext uri="{FF2B5EF4-FFF2-40B4-BE49-F238E27FC236}">
                        <a16:creationId xmlns:a16="http://schemas.microsoft.com/office/drawing/2014/main" id="{2839F8E6-5F7E-72E9-AA06-7D7AFFE5D0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3932144"/>
                    <a:ext cx="343364" cy="369332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8" name="矩形 417">
                    <a:extLst>
                      <a:ext uri="{FF2B5EF4-FFF2-40B4-BE49-F238E27FC236}">
                        <a16:creationId xmlns:a16="http://schemas.microsoft.com/office/drawing/2014/main" id="{E728077B-C488-F762-8B85-89153FB1B41C}"/>
                      </a:ext>
                    </a:extLst>
                  </p:cNvPr>
                  <p:cNvSpPr/>
                  <p:nvPr/>
                </p:nvSpPr>
                <p:spPr>
                  <a:xfrm>
                    <a:off x="889200" y="3589672"/>
                    <a:ext cx="3962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18" name="矩形 417">
                    <a:extLst>
                      <a:ext uri="{FF2B5EF4-FFF2-40B4-BE49-F238E27FC236}">
                        <a16:creationId xmlns:a16="http://schemas.microsoft.com/office/drawing/2014/main" id="{E728077B-C488-F762-8B85-89153FB1B4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200" y="3589672"/>
                    <a:ext cx="396262" cy="369332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19" name="对象 41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51AE5EB9-5C11-C125-175A-878AFFF88B21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069933335"/>
                      </p:ext>
                    </p:extLst>
                  </p:nvPr>
                </p:nvGraphicFramePr>
                <p:xfrm>
                  <a:off x="3660331" y="3095692"/>
                  <a:ext cx="1071693" cy="6666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46" imgW="641749" imgH="400958" progId="PowerPoint.ShowMacroEnabled.12">
                          <p:embed/>
                        </p:oleObj>
                      </mc:Choice>
                      <mc:Fallback>
                        <p:oleObj name="Presentation" r:id="rId46" imgW="641749" imgH="400958" progId="PowerPoint.ShowMacroEnabled.12">
                          <p:embed/>
                          <p:pic>
                            <p:nvPicPr>
                              <p:cNvPr id="197" name="对象 196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B662CAFB-4AFE-4B43-E981-51B84AF38D6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660331" y="3095692"/>
                                <a:ext cx="1071693" cy="666625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19" name="对象 418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51AE5EB9-5C11-C125-175A-878AFFF88B21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069933335"/>
                      </p:ext>
                    </p:extLst>
                  </p:nvPr>
                </p:nvGraphicFramePr>
                <p:xfrm>
                  <a:off x="3660331" y="3095692"/>
                  <a:ext cx="1071693" cy="6666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46" imgW="641749" imgH="400958" progId="PowerPoint.ShowMacroEnabled.12">
                          <p:embed/>
                        </p:oleObj>
                      </mc:Choice>
                      <mc:Fallback>
                        <p:oleObj name="Presentation" r:id="rId46" imgW="641749" imgH="400958" progId="PowerPoint.ShowMacroEnabled.12">
                          <p:embed/>
                          <p:pic>
                            <p:nvPicPr>
                              <p:cNvPr id="197" name="对象 196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B662CAFB-4AFE-4B43-E981-51B84AF38D6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660331" y="3095692"/>
                                <a:ext cx="1071693" cy="666625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420" name="组合 419">
              <a:extLst>
                <a:ext uri="{FF2B5EF4-FFF2-40B4-BE49-F238E27FC236}">
                  <a16:creationId xmlns:a16="http://schemas.microsoft.com/office/drawing/2014/main" id="{EEA37948-D4DE-7694-1C72-EC2CDB853684}"/>
                </a:ext>
              </a:extLst>
            </p:cNvPr>
            <p:cNvGrpSpPr/>
            <p:nvPr/>
          </p:nvGrpSpPr>
          <p:grpSpPr>
            <a:xfrm>
              <a:off x="126000" y="1677600"/>
              <a:ext cx="3757816" cy="2529182"/>
              <a:chOff x="126000" y="1677600"/>
              <a:chExt cx="3757816" cy="2529182"/>
            </a:xfrm>
          </p:grpSpPr>
          <p:sp>
            <p:nvSpPr>
              <p:cNvPr id="421" name="矩形: 圆角 420">
                <a:extLst>
                  <a:ext uri="{FF2B5EF4-FFF2-40B4-BE49-F238E27FC236}">
                    <a16:creationId xmlns:a16="http://schemas.microsoft.com/office/drawing/2014/main" id="{96C0E681-A970-5DDF-C70C-D6CA95FD2D5C}"/>
                  </a:ext>
                </a:extLst>
              </p:cNvPr>
              <p:cNvSpPr/>
              <p:nvPr/>
            </p:nvSpPr>
            <p:spPr>
              <a:xfrm>
                <a:off x="126000" y="1677600"/>
                <a:ext cx="3757816" cy="252644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22" name="直接箭头连接符 421">
                <a:extLst>
                  <a:ext uri="{FF2B5EF4-FFF2-40B4-BE49-F238E27FC236}">
                    <a16:creationId xmlns:a16="http://schemas.microsoft.com/office/drawing/2014/main" id="{16AEC96D-B64B-100B-D466-A9CEE786B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" y="2183130"/>
                <a:ext cx="1692000" cy="32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34932FE8-0A4E-35A4-01F0-B585F58F6D1C}"/>
                  </a:ext>
                </a:extLst>
              </p:cNvPr>
              <p:cNvSpPr txBox="1"/>
              <p:nvPr/>
            </p:nvSpPr>
            <p:spPr>
              <a:xfrm>
                <a:off x="492177" y="3837450"/>
                <a:ext cx="3018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6F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Masked contextual embedding</a:t>
                </a:r>
                <a:endParaRPr lang="zh-CN" altLang="en-US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4" name="矩形: 圆角 423">
                <a:extLst>
                  <a:ext uri="{FF2B5EF4-FFF2-40B4-BE49-F238E27FC236}">
                    <a16:creationId xmlns:a16="http://schemas.microsoft.com/office/drawing/2014/main" id="{E15401CE-CA40-664E-77D0-CEC84E4690DF}"/>
                  </a:ext>
                </a:extLst>
              </p:cNvPr>
              <p:cNvSpPr/>
              <p:nvPr/>
            </p:nvSpPr>
            <p:spPr>
              <a:xfrm>
                <a:off x="990573" y="2407409"/>
                <a:ext cx="360000" cy="1296586"/>
              </a:xfrm>
              <a:prstGeom prst="roundRect">
                <a:avLst/>
              </a:prstGeom>
              <a:solidFill>
                <a:srgbClr val="F4F4F4"/>
              </a:solidFill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Masking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5" name="矩形 424">
                    <a:extLst>
                      <a:ext uri="{FF2B5EF4-FFF2-40B4-BE49-F238E27FC236}">
                        <a16:creationId xmlns:a16="http://schemas.microsoft.com/office/drawing/2014/main" id="{858D3646-531A-46F8-54AC-CC0D2DE6E801}"/>
                      </a:ext>
                    </a:extLst>
                  </p:cNvPr>
                  <p:cNvSpPr/>
                  <p:nvPr/>
                </p:nvSpPr>
                <p:spPr>
                  <a:xfrm>
                    <a:off x="392266" y="2316836"/>
                    <a:ext cx="33214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𝑙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25" name="矩形 424">
                    <a:extLst>
                      <a:ext uri="{FF2B5EF4-FFF2-40B4-BE49-F238E27FC236}">
                        <a16:creationId xmlns:a16="http://schemas.microsoft.com/office/drawing/2014/main" id="{858D3646-531A-46F8-54AC-CC0D2DE6E80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266" y="2316836"/>
                    <a:ext cx="332142" cy="369332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6" name="矩形 575">
                    <a:extLst>
                      <a:ext uri="{FF2B5EF4-FFF2-40B4-BE49-F238E27FC236}">
                        <a16:creationId xmlns:a16="http://schemas.microsoft.com/office/drawing/2014/main" id="{4B8F8F72-0115-30E2-5CCB-0481FBB38CAB}"/>
                      </a:ext>
                    </a:extLst>
                  </p:cNvPr>
                  <p:cNvSpPr/>
                  <p:nvPr/>
                </p:nvSpPr>
                <p:spPr>
                  <a:xfrm>
                    <a:off x="392266" y="2641830"/>
                    <a:ext cx="36420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76" name="矩形 575">
                    <a:extLst>
                      <a:ext uri="{FF2B5EF4-FFF2-40B4-BE49-F238E27FC236}">
                        <a16:creationId xmlns:a16="http://schemas.microsoft.com/office/drawing/2014/main" id="{4B8F8F72-0115-30E2-5CCB-0481FBB38C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266" y="2641830"/>
                    <a:ext cx="364202" cy="369332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7" name="矩形 576">
                    <a:extLst>
                      <a:ext uri="{FF2B5EF4-FFF2-40B4-BE49-F238E27FC236}">
                        <a16:creationId xmlns:a16="http://schemas.microsoft.com/office/drawing/2014/main" id="{B9B21A80-8629-FD2D-0780-65A165255497}"/>
                      </a:ext>
                    </a:extLst>
                  </p:cNvPr>
                  <p:cNvSpPr/>
                  <p:nvPr/>
                </p:nvSpPr>
                <p:spPr>
                  <a:xfrm>
                    <a:off x="392266" y="1991842"/>
                    <a:ext cx="3962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77" name="矩形 576">
                    <a:extLst>
                      <a:ext uri="{FF2B5EF4-FFF2-40B4-BE49-F238E27FC236}">
                        <a16:creationId xmlns:a16="http://schemas.microsoft.com/office/drawing/2014/main" id="{B9B21A80-8629-FD2D-0780-65A1652554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266" y="1991842"/>
                    <a:ext cx="396262" cy="369332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8" name="矩形 577">
                    <a:extLst>
                      <a:ext uri="{FF2B5EF4-FFF2-40B4-BE49-F238E27FC236}">
                        <a16:creationId xmlns:a16="http://schemas.microsoft.com/office/drawing/2014/main" id="{8114657B-54AA-F450-4ADB-A4103C84D61C}"/>
                      </a:ext>
                    </a:extLst>
                  </p:cNvPr>
                  <p:cNvSpPr/>
                  <p:nvPr/>
                </p:nvSpPr>
                <p:spPr>
                  <a:xfrm>
                    <a:off x="392266" y="3291818"/>
                    <a:ext cx="34336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78" name="矩形 577">
                    <a:extLst>
                      <a:ext uri="{FF2B5EF4-FFF2-40B4-BE49-F238E27FC236}">
                        <a16:creationId xmlns:a16="http://schemas.microsoft.com/office/drawing/2014/main" id="{8114657B-54AA-F450-4ADB-A4103C84D6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266" y="3291818"/>
                    <a:ext cx="343364" cy="369332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9" name="矩形 578">
                    <a:extLst>
                      <a:ext uri="{FF2B5EF4-FFF2-40B4-BE49-F238E27FC236}">
                        <a16:creationId xmlns:a16="http://schemas.microsoft.com/office/drawing/2014/main" id="{5F11A37C-B0FF-135C-1876-70FE3295F8AA}"/>
                      </a:ext>
                    </a:extLst>
                  </p:cNvPr>
                  <p:cNvSpPr/>
                  <p:nvPr/>
                </p:nvSpPr>
                <p:spPr>
                  <a:xfrm>
                    <a:off x="392266" y="2966824"/>
                    <a:ext cx="3962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79" name="矩形 578">
                    <a:extLst>
                      <a:ext uri="{FF2B5EF4-FFF2-40B4-BE49-F238E27FC236}">
                        <a16:creationId xmlns:a16="http://schemas.microsoft.com/office/drawing/2014/main" id="{5F11A37C-B0FF-135C-1876-70FE3295F8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266" y="2966824"/>
                    <a:ext cx="396262" cy="369332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0" name="矩形 579">
                    <a:extLst>
                      <a:ext uri="{FF2B5EF4-FFF2-40B4-BE49-F238E27FC236}">
                        <a16:creationId xmlns:a16="http://schemas.microsoft.com/office/drawing/2014/main" id="{FE056CBF-71D5-A56B-F80D-E8C6E4476BB8}"/>
                      </a:ext>
                    </a:extLst>
                  </p:cNvPr>
                  <p:cNvSpPr/>
                  <p:nvPr/>
                </p:nvSpPr>
                <p:spPr>
                  <a:xfrm>
                    <a:off x="1541640" y="2220136"/>
                    <a:ext cx="70525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80" name="矩形 579">
                    <a:extLst>
                      <a:ext uri="{FF2B5EF4-FFF2-40B4-BE49-F238E27FC236}">
                        <a16:creationId xmlns:a16="http://schemas.microsoft.com/office/drawing/2014/main" id="{FE056CBF-71D5-A56B-F80D-E8C6E4476BB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1640" y="2220136"/>
                    <a:ext cx="705258" cy="369332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1" name="矩形 580">
                    <a:extLst>
                      <a:ext uri="{FF2B5EF4-FFF2-40B4-BE49-F238E27FC236}">
                        <a16:creationId xmlns:a16="http://schemas.microsoft.com/office/drawing/2014/main" id="{612D0169-82DB-A377-986B-D23FFA0362A2}"/>
                      </a:ext>
                    </a:extLst>
                  </p:cNvPr>
                  <p:cNvSpPr/>
                  <p:nvPr/>
                </p:nvSpPr>
                <p:spPr>
                  <a:xfrm>
                    <a:off x="1541640" y="2580346"/>
                    <a:ext cx="71166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81" name="矩形 580">
                    <a:extLst>
                      <a:ext uri="{FF2B5EF4-FFF2-40B4-BE49-F238E27FC236}">
                        <a16:creationId xmlns:a16="http://schemas.microsoft.com/office/drawing/2014/main" id="{612D0169-82DB-A377-986B-D23FFA0362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1640" y="2580346"/>
                    <a:ext cx="711669" cy="369332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2" name="矩形 581">
                    <a:extLst>
                      <a:ext uri="{FF2B5EF4-FFF2-40B4-BE49-F238E27FC236}">
                        <a16:creationId xmlns:a16="http://schemas.microsoft.com/office/drawing/2014/main" id="{C5A45C21-C149-9483-C065-AFFF2B62D53B}"/>
                      </a:ext>
                    </a:extLst>
                  </p:cNvPr>
                  <p:cNvSpPr/>
                  <p:nvPr/>
                </p:nvSpPr>
                <p:spPr>
                  <a:xfrm>
                    <a:off x="1541640" y="2940556"/>
                    <a:ext cx="72930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82" name="矩形 581">
                    <a:extLst>
                      <a:ext uri="{FF2B5EF4-FFF2-40B4-BE49-F238E27FC236}">
                        <a16:creationId xmlns:a16="http://schemas.microsoft.com/office/drawing/2014/main" id="{C5A45C21-C149-9483-C065-AFFF2B62D5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1640" y="2940556"/>
                    <a:ext cx="729302" cy="369332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3" name="矩形 582">
                    <a:extLst>
                      <a:ext uri="{FF2B5EF4-FFF2-40B4-BE49-F238E27FC236}">
                        <a16:creationId xmlns:a16="http://schemas.microsoft.com/office/drawing/2014/main" id="{3B41FE85-B951-BB83-780F-77FC0D15F214}"/>
                      </a:ext>
                    </a:extLst>
                  </p:cNvPr>
                  <p:cNvSpPr/>
                  <p:nvPr/>
                </p:nvSpPr>
                <p:spPr>
                  <a:xfrm>
                    <a:off x="1541640" y="3300767"/>
                    <a:ext cx="7148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83" name="矩形 582">
                    <a:extLst>
                      <a:ext uri="{FF2B5EF4-FFF2-40B4-BE49-F238E27FC236}">
                        <a16:creationId xmlns:a16="http://schemas.microsoft.com/office/drawing/2014/main" id="{3B41FE85-B951-BB83-780F-77FC0D15F2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1640" y="3300767"/>
                    <a:ext cx="714875" cy="369332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4" name="矩形: 圆角 583">
                <a:extLst>
                  <a:ext uri="{FF2B5EF4-FFF2-40B4-BE49-F238E27FC236}">
                    <a16:creationId xmlns:a16="http://schemas.microsoft.com/office/drawing/2014/main" id="{CE3CC534-BDB3-A22E-275C-50CD2146EB38}"/>
                  </a:ext>
                </a:extLst>
              </p:cNvPr>
              <p:cNvSpPr/>
              <p:nvPr/>
            </p:nvSpPr>
            <p:spPr>
              <a:xfrm>
                <a:off x="2506062" y="1864732"/>
                <a:ext cx="360000" cy="1833934"/>
              </a:xfrm>
              <a:prstGeom prst="roundRect">
                <a:avLst/>
              </a:prstGeom>
              <a:solidFill>
                <a:srgbClr val="F4F4F4"/>
              </a:solidFill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Embedding Layer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85" name="对象 584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6E6106AB-9226-BBF2-B4D6-B1EC92D0B02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98578200"/>
                      </p:ext>
                    </p:extLst>
                  </p:nvPr>
                </p:nvGraphicFramePr>
                <p:xfrm>
                  <a:off x="3240442" y="269062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56" imgW="457208" imgH="457161" progId="PowerPoint.ShowMacroEnabled.12">
                          <p:embed/>
                        </p:oleObj>
                      </mc:Choice>
                      <mc:Fallback>
                        <p:oleObj name="Presentation" r:id="rId56" imgW="457208" imgH="457161" progId="PowerPoint.ShowMacroEnabled.12">
                          <p:embed/>
                          <p:pic>
                            <p:nvPicPr>
                              <p:cNvPr id="157" name="对象 156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3C8EB5C1-412F-8CDD-4352-F0ACB492467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442" y="269062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85" name="对象 584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6E6106AB-9226-BBF2-B4D6-B1EC92D0B02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98578200"/>
                      </p:ext>
                    </p:extLst>
                  </p:nvPr>
                </p:nvGraphicFramePr>
                <p:xfrm>
                  <a:off x="3240442" y="269062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56" imgW="457208" imgH="457161" progId="PowerPoint.ShowMacroEnabled.12">
                          <p:embed/>
                        </p:oleObj>
                      </mc:Choice>
                      <mc:Fallback>
                        <p:oleObj name="Presentation" r:id="rId56" imgW="457208" imgH="457161" progId="PowerPoint.ShowMacroEnabled.12">
                          <p:embed/>
                          <p:pic>
                            <p:nvPicPr>
                              <p:cNvPr id="157" name="对象 156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3C8EB5C1-412F-8CDD-4352-F0ACB492467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442" y="269062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86" name="对象 585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C9545251-8088-3CB2-24E1-6A56C7ADE89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45808968"/>
                      </p:ext>
                    </p:extLst>
                  </p:nvPr>
                </p:nvGraphicFramePr>
                <p:xfrm>
                  <a:off x="3240442" y="3019825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58" imgW="457208" imgH="457161" progId="PowerPoint.ShowMacroEnabled.12">
                          <p:embed/>
                        </p:oleObj>
                      </mc:Choice>
                      <mc:Fallback>
                        <p:oleObj name="Presentation" r:id="rId58" imgW="457208" imgH="457161" progId="PowerPoint.ShowMacroEnabled.12">
                          <p:embed/>
                          <p:pic>
                            <p:nvPicPr>
                              <p:cNvPr id="158" name="对象 157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C3DADFEE-1E6B-21E9-7DD3-7154BCEB2EEE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442" y="3019825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86" name="对象 585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C9545251-8088-3CB2-24E1-6A56C7ADE89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45808968"/>
                      </p:ext>
                    </p:extLst>
                  </p:nvPr>
                </p:nvGraphicFramePr>
                <p:xfrm>
                  <a:off x="3240442" y="3019825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58" imgW="457208" imgH="457161" progId="PowerPoint.ShowMacroEnabled.12">
                          <p:embed/>
                        </p:oleObj>
                      </mc:Choice>
                      <mc:Fallback>
                        <p:oleObj name="Presentation" r:id="rId58" imgW="457208" imgH="457161" progId="PowerPoint.ShowMacroEnabled.12">
                          <p:embed/>
                          <p:pic>
                            <p:nvPicPr>
                              <p:cNvPr id="158" name="对象 157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C3DADFEE-1E6B-21E9-7DD3-7154BCEB2EEE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5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442" y="3019825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87" name="对象 586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99125043-34BD-6B74-9172-E28BC6CD265E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95131407"/>
                      </p:ext>
                    </p:extLst>
                  </p:nvPr>
                </p:nvGraphicFramePr>
                <p:xfrm>
                  <a:off x="3240442" y="334903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0" imgW="457208" imgH="457161" progId="PowerPoint.ShowMacroEnabled.12">
                          <p:embed/>
                        </p:oleObj>
                      </mc:Choice>
                      <mc:Fallback>
                        <p:oleObj name="Presentation" r:id="rId60" imgW="457208" imgH="457161" progId="PowerPoint.ShowMacroEnabled.12">
                          <p:embed/>
                          <p:pic>
                            <p:nvPicPr>
                              <p:cNvPr id="159" name="对象 15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65217B50-69CA-72FF-E303-8915F5675CB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442" y="334903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87" name="对象 586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99125043-34BD-6B74-9172-E28BC6CD265E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95131407"/>
                      </p:ext>
                    </p:extLst>
                  </p:nvPr>
                </p:nvGraphicFramePr>
                <p:xfrm>
                  <a:off x="3240442" y="334903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0" imgW="457208" imgH="457161" progId="PowerPoint.ShowMacroEnabled.12">
                          <p:embed/>
                        </p:oleObj>
                      </mc:Choice>
                      <mc:Fallback>
                        <p:oleObj name="Presentation" r:id="rId60" imgW="457208" imgH="457161" progId="PowerPoint.ShowMacroEnabled.12">
                          <p:embed/>
                          <p:pic>
                            <p:nvPicPr>
                              <p:cNvPr id="159" name="对象 158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65217B50-69CA-72FF-E303-8915F5675CB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442" y="334903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588" name="直接箭头连接符 587">
                <a:extLst>
                  <a:ext uri="{FF2B5EF4-FFF2-40B4-BE49-F238E27FC236}">
                    <a16:creationId xmlns:a16="http://schemas.microsoft.com/office/drawing/2014/main" id="{542114C5-E131-CB53-2955-60CE8E5EF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166" y="2975280"/>
                <a:ext cx="252000" cy="6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89" name="直接箭头连接符 588">
                <a:extLst>
                  <a:ext uri="{FF2B5EF4-FFF2-40B4-BE49-F238E27FC236}">
                    <a16:creationId xmlns:a16="http://schemas.microsoft.com/office/drawing/2014/main" id="{D0795E0E-44C0-4C90-081A-0E76B37BF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8972" y="2975280"/>
                <a:ext cx="252000" cy="6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0" name="直接箭头连接符 589">
                <a:extLst>
                  <a:ext uri="{FF2B5EF4-FFF2-40B4-BE49-F238E27FC236}">
                    <a16:creationId xmlns:a16="http://schemas.microsoft.com/office/drawing/2014/main" id="{8D958D12-8A3D-0B8F-DE9D-9BF952A283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8381" y="2975280"/>
                <a:ext cx="252000" cy="6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D0EF39A6-634D-34DA-7C7D-93FB7D813F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6064" y="2825204"/>
                <a:ext cx="252000" cy="6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92" name="对象 591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D58506EF-C4F0-00A7-9229-2A3E2F18C5E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80210725"/>
                      </p:ext>
                    </p:extLst>
                  </p:nvPr>
                </p:nvGraphicFramePr>
                <p:xfrm>
                  <a:off x="3240000" y="203400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2" imgW="457208" imgH="457161" progId="PowerPoint.ShowMacroEnabled.12">
                          <p:embed/>
                        </p:oleObj>
                      </mc:Choice>
                      <mc:Fallback>
                        <p:oleObj name="Presentation" r:id="rId62" imgW="457208" imgH="457161" progId="PowerPoint.ShowMacroEnabled.12">
                          <p:embed/>
                          <p:pic>
                            <p:nvPicPr>
                              <p:cNvPr id="164" name="对象 163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5493C46-E629-5015-A3BB-AC2B369242C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000" y="203400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92" name="对象 591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D58506EF-C4F0-00A7-9229-2A3E2F18C5E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80210725"/>
                      </p:ext>
                    </p:extLst>
                  </p:nvPr>
                </p:nvGraphicFramePr>
                <p:xfrm>
                  <a:off x="3240000" y="203400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2" imgW="457208" imgH="457161" progId="PowerPoint.ShowMacroEnabled.12">
                          <p:embed/>
                        </p:oleObj>
                      </mc:Choice>
                      <mc:Fallback>
                        <p:oleObj name="Presentation" r:id="rId62" imgW="457208" imgH="457161" progId="PowerPoint.ShowMacroEnabled.12">
                          <p:embed/>
                          <p:pic>
                            <p:nvPicPr>
                              <p:cNvPr id="164" name="对象 163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E5493C46-E629-5015-A3BB-AC2B369242C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000" y="203400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93" name="对象 59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7D7E5E1-7284-EEE8-7C68-8DDF479CFC3E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631169028"/>
                      </p:ext>
                    </p:extLst>
                  </p:nvPr>
                </p:nvGraphicFramePr>
                <p:xfrm>
                  <a:off x="3240000" y="236160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4" imgW="457161" imgH="457208" progId="PowerPoint.ShowMacroEnabled.12">
                          <p:embed/>
                        </p:oleObj>
                      </mc:Choice>
                      <mc:Fallback>
                        <p:oleObj name="Presentation" r:id="rId64" imgW="457161" imgH="457208" progId="PowerPoint.ShowMacroEnabled.12">
                          <p:embed/>
                          <p:pic>
                            <p:nvPicPr>
                              <p:cNvPr id="165" name="对象 164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52981989-DB99-C5EF-E6E5-38E14584E96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000" y="236160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93" name="对象 592">
                    <a:hlinkClick r:id="" action="ppaction://ole?verb=0"/>
                    <a:extLst>
                      <a:ext uri="{FF2B5EF4-FFF2-40B4-BE49-F238E27FC236}">
                        <a16:creationId xmlns:a16="http://schemas.microsoft.com/office/drawing/2014/main" id="{17D7E5E1-7284-EEE8-7C68-8DDF479CFC3E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631169028"/>
                      </p:ext>
                    </p:extLst>
                  </p:nvPr>
                </p:nvGraphicFramePr>
                <p:xfrm>
                  <a:off x="3240000" y="2361600"/>
                  <a:ext cx="266400" cy="26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Presentation" r:id="rId64" imgW="457161" imgH="457208" progId="PowerPoint.ShowMacroEnabled.12">
                          <p:embed/>
                        </p:oleObj>
                      </mc:Choice>
                      <mc:Fallback>
                        <p:oleObj name="Presentation" r:id="rId64" imgW="457161" imgH="457208" progId="PowerPoint.ShowMacroEnabled.12">
                          <p:embed/>
                          <p:pic>
                            <p:nvPicPr>
                              <p:cNvPr id="165" name="对象 164">
                                <a:hlinkClick r:id="" action="ppaction://ole?verb=0"/>
                                <a:extLst>
                                  <a:ext uri="{FF2B5EF4-FFF2-40B4-BE49-F238E27FC236}">
                                    <a16:creationId xmlns:a16="http://schemas.microsoft.com/office/drawing/2014/main" id="{52981989-DB99-C5EF-E6E5-38E14584E96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240000" y="2361600"/>
                                <a:ext cx="266400" cy="26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594" name="矩形: 圆角 593">
              <a:extLst>
                <a:ext uri="{FF2B5EF4-FFF2-40B4-BE49-F238E27FC236}">
                  <a16:creationId xmlns:a16="http://schemas.microsoft.com/office/drawing/2014/main" id="{D835D246-0D3E-A626-7387-319E318BC23B}"/>
                </a:ext>
              </a:extLst>
            </p:cNvPr>
            <p:cNvSpPr/>
            <p:nvPr/>
          </p:nvSpPr>
          <p:spPr>
            <a:xfrm>
              <a:off x="8895664" y="1676646"/>
              <a:ext cx="2916183" cy="46848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5" name="矩形: 圆角 594">
              <a:extLst>
                <a:ext uri="{FF2B5EF4-FFF2-40B4-BE49-F238E27FC236}">
                  <a16:creationId xmlns:a16="http://schemas.microsoft.com/office/drawing/2014/main" id="{ED92C7CE-B76C-6D2E-F4E4-4C149EB78C00}"/>
                </a:ext>
              </a:extLst>
            </p:cNvPr>
            <p:cNvSpPr/>
            <p:nvPr/>
          </p:nvSpPr>
          <p:spPr>
            <a:xfrm>
              <a:off x="10004187" y="1863201"/>
              <a:ext cx="360000" cy="4315556"/>
            </a:xfrm>
            <a:prstGeom prst="roundRect">
              <a:avLst/>
            </a:prstGeom>
            <a:solidFill>
              <a:srgbClr val="F4F4F4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96" name="直接箭头连接符 595">
              <a:extLst>
                <a:ext uri="{FF2B5EF4-FFF2-40B4-BE49-F238E27FC236}">
                  <a16:creationId xmlns:a16="http://schemas.microsoft.com/office/drawing/2014/main" id="{28949E85-CD72-9039-5DF6-17BC8094BDCB}"/>
                </a:ext>
              </a:extLst>
            </p:cNvPr>
            <p:cNvCxnSpPr>
              <a:cxnSpLocks/>
            </p:cNvCxnSpPr>
            <p:nvPr/>
          </p:nvCxnSpPr>
          <p:spPr>
            <a:xfrm>
              <a:off x="10364191" y="3982156"/>
              <a:ext cx="254023" cy="1"/>
            </a:xfrm>
            <a:prstGeom prst="straightConnector1">
              <a:avLst/>
            </a:prstGeom>
            <a:ln w="9525" cap="flat" cmpd="sng" algn="ctr">
              <a:solidFill>
                <a:srgbClr val="919191"/>
              </a:solidFill>
              <a:prstDash val="lg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97" name="组合 596">
              <a:extLst>
                <a:ext uri="{FF2B5EF4-FFF2-40B4-BE49-F238E27FC236}">
                  <a16:creationId xmlns:a16="http://schemas.microsoft.com/office/drawing/2014/main" id="{627995AF-B23A-EBE2-94EA-8891E058B8A1}"/>
                </a:ext>
              </a:extLst>
            </p:cNvPr>
            <p:cNvGrpSpPr/>
            <p:nvPr/>
          </p:nvGrpSpPr>
          <p:grpSpPr>
            <a:xfrm>
              <a:off x="10585390" y="3633022"/>
              <a:ext cx="1157689" cy="637309"/>
              <a:chOff x="10585386" y="2662094"/>
              <a:chExt cx="1157689" cy="637309"/>
            </a:xfrm>
          </p:grpSpPr>
          <p:sp>
            <p:nvSpPr>
              <p:cNvPr id="598" name="矩形: 圆角 597">
                <a:extLst>
                  <a:ext uri="{FF2B5EF4-FFF2-40B4-BE49-F238E27FC236}">
                    <a16:creationId xmlns:a16="http://schemas.microsoft.com/office/drawing/2014/main" id="{19900EBC-B321-29E5-C787-7B4296CE5D4D}"/>
                  </a:ext>
                </a:extLst>
              </p:cNvPr>
              <p:cNvSpPr/>
              <p:nvPr/>
            </p:nvSpPr>
            <p:spPr>
              <a:xfrm>
                <a:off x="10618210" y="2662094"/>
                <a:ext cx="1063887" cy="6373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D9C0C96-E7AC-0C8E-D2C0-F118C38EE8E1}"/>
                  </a:ext>
                </a:extLst>
              </p:cNvPr>
              <p:cNvSpPr txBox="1"/>
              <p:nvPr/>
            </p:nvSpPr>
            <p:spPr>
              <a:xfrm>
                <a:off x="10585386" y="2672971"/>
                <a:ext cx="11576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Location task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矩形 599">
                    <a:extLst>
                      <a:ext uri="{FF2B5EF4-FFF2-40B4-BE49-F238E27FC236}">
                        <a16:creationId xmlns:a16="http://schemas.microsoft.com/office/drawing/2014/main" id="{562EBAE2-E03D-34AD-B0C7-930DC3BF9502}"/>
                      </a:ext>
                    </a:extLst>
                  </p:cNvPr>
                  <p:cNvSpPr/>
                  <p:nvPr/>
                </p:nvSpPr>
                <p:spPr>
                  <a:xfrm>
                    <a:off x="10807495" y="2902884"/>
                    <a:ext cx="685316" cy="39651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DD74255D-15C7-42E9-90E9-F2E5FAF899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7495" y="2902884"/>
                    <a:ext cx="685316" cy="396519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01" name="文本框 600">
              <a:extLst>
                <a:ext uri="{FF2B5EF4-FFF2-40B4-BE49-F238E27FC236}">
                  <a16:creationId xmlns:a16="http://schemas.microsoft.com/office/drawing/2014/main" id="{7D4F930B-6C5A-D64F-6355-9B39654BE153}"/>
                </a:ext>
              </a:extLst>
            </p:cNvPr>
            <p:cNvSpPr txBox="1"/>
            <p:nvPr/>
          </p:nvSpPr>
          <p:spPr>
            <a:xfrm>
              <a:off x="5492778" y="3382110"/>
              <a:ext cx="29161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 long-term preference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2" name="文本框 601">
              <a:extLst>
                <a:ext uri="{FF2B5EF4-FFF2-40B4-BE49-F238E27FC236}">
                  <a16:creationId xmlns:a16="http://schemas.microsoft.com/office/drawing/2014/main" id="{7CBBCC18-07F7-2F98-985B-45163EAF3EB6}"/>
                </a:ext>
              </a:extLst>
            </p:cNvPr>
            <p:cNvSpPr txBox="1"/>
            <p:nvPr/>
          </p:nvSpPr>
          <p:spPr>
            <a:xfrm>
              <a:off x="6181572" y="5863007"/>
              <a:ext cx="2217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Short-term preference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3" name="直接箭头连接符 602">
              <a:extLst>
                <a:ext uri="{FF2B5EF4-FFF2-40B4-BE49-F238E27FC236}">
                  <a16:creationId xmlns:a16="http://schemas.microsoft.com/office/drawing/2014/main" id="{30B4AB9A-A611-D356-0A97-FB5E73C3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408957" y="5266921"/>
              <a:ext cx="1595230" cy="0"/>
            </a:xfrm>
            <a:prstGeom prst="straightConnector1">
              <a:avLst/>
            </a:prstGeom>
            <a:ln w="9525" cap="flat" cmpd="sng" algn="ctr">
              <a:solidFill>
                <a:srgbClr val="919191"/>
              </a:solidFill>
              <a:prstDash val="lg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4" name="连接符: 曲线 109">
              <a:extLst>
                <a:ext uri="{FF2B5EF4-FFF2-40B4-BE49-F238E27FC236}">
                  <a16:creationId xmlns:a16="http://schemas.microsoft.com/office/drawing/2014/main" id="{BADA201E-4FF5-CDC5-75AD-61F7D2CC09EF}"/>
                </a:ext>
              </a:extLst>
            </p:cNvPr>
            <p:cNvCxnSpPr>
              <a:cxnSpLocks/>
              <a:endCxn id="600" idx="2"/>
            </p:cNvCxnSpPr>
            <p:nvPr/>
          </p:nvCxnSpPr>
          <p:spPr>
            <a:xfrm rot="5400000" flipH="1" flipV="1">
              <a:off x="5504504" y="731132"/>
              <a:ext cx="2106453" cy="9184852"/>
            </a:xfrm>
            <a:prstGeom prst="bentConnector3">
              <a:avLst>
                <a:gd name="adj1" fmla="val -10852"/>
              </a:avLst>
            </a:prstGeom>
            <a:ln w="9525">
              <a:solidFill>
                <a:srgbClr val="91919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直接箭头连接符 604">
              <a:extLst>
                <a:ext uri="{FF2B5EF4-FFF2-40B4-BE49-F238E27FC236}">
                  <a16:creationId xmlns:a16="http://schemas.microsoft.com/office/drawing/2014/main" id="{86D2DCB7-4B2C-F4E7-79CD-324D5AF8B397}"/>
                </a:ext>
              </a:extLst>
            </p:cNvPr>
            <p:cNvCxnSpPr>
              <a:cxnSpLocks/>
            </p:cNvCxnSpPr>
            <p:nvPr/>
          </p:nvCxnSpPr>
          <p:spPr>
            <a:xfrm>
              <a:off x="8408957" y="2781496"/>
              <a:ext cx="1595230" cy="0"/>
            </a:xfrm>
            <a:prstGeom prst="straightConnector1">
              <a:avLst/>
            </a:prstGeom>
            <a:ln w="9525" cap="flat" cmpd="sng" algn="ctr">
              <a:solidFill>
                <a:srgbClr val="919191"/>
              </a:solidFill>
              <a:prstDash val="lg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6" name="矩形 605">
                  <a:extLst>
                    <a:ext uri="{FF2B5EF4-FFF2-40B4-BE49-F238E27FC236}">
                      <a16:creationId xmlns:a16="http://schemas.microsoft.com/office/drawing/2014/main" id="{9796268B-3AF7-14A9-7E0E-61DA8B9C4D53}"/>
                    </a:ext>
                  </a:extLst>
                </p:cNvPr>
                <p:cNvSpPr/>
                <p:nvPr/>
              </p:nvSpPr>
              <p:spPr>
                <a:xfrm>
                  <a:off x="10353600" y="2077200"/>
                  <a:ext cx="5145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p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06" name="矩形 605">
                  <a:extLst>
                    <a:ext uri="{FF2B5EF4-FFF2-40B4-BE49-F238E27FC236}">
                      <a16:creationId xmlns:a16="http://schemas.microsoft.com/office/drawing/2014/main" id="{9796268B-3AF7-14A9-7E0E-61DA8B9C4D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3600" y="2077200"/>
                  <a:ext cx="514500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7" name="组合 606">
              <a:extLst>
                <a:ext uri="{FF2B5EF4-FFF2-40B4-BE49-F238E27FC236}">
                  <a16:creationId xmlns:a16="http://schemas.microsoft.com/office/drawing/2014/main" id="{D3D0929E-9E08-7876-F07D-80C2F227135F}"/>
                </a:ext>
              </a:extLst>
            </p:cNvPr>
            <p:cNvGrpSpPr/>
            <p:nvPr/>
          </p:nvGrpSpPr>
          <p:grpSpPr>
            <a:xfrm>
              <a:off x="126795" y="4280117"/>
              <a:ext cx="3757816" cy="2098320"/>
              <a:chOff x="126795" y="4280117"/>
              <a:chExt cx="3757816" cy="2098320"/>
            </a:xfrm>
          </p:grpSpPr>
          <p:sp>
            <p:nvSpPr>
              <p:cNvPr id="608" name="矩形: 圆角 607">
                <a:extLst>
                  <a:ext uri="{FF2B5EF4-FFF2-40B4-BE49-F238E27FC236}">
                    <a16:creationId xmlns:a16="http://schemas.microsoft.com/office/drawing/2014/main" id="{2CDFE793-1AA9-2635-B3A0-95337DACE176}"/>
                  </a:ext>
                </a:extLst>
              </p:cNvPr>
              <p:cNvSpPr/>
              <p:nvPr/>
            </p:nvSpPr>
            <p:spPr>
              <a:xfrm>
                <a:off x="126795" y="4280117"/>
                <a:ext cx="3757816" cy="20983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文本框 608">
                <a:extLst>
                  <a:ext uri="{FF2B5EF4-FFF2-40B4-BE49-F238E27FC236}">
                    <a16:creationId xmlns:a16="http://schemas.microsoft.com/office/drawing/2014/main" id="{7E25A070-A80F-BC28-A382-8448E89E85FF}"/>
                  </a:ext>
                </a:extLst>
              </p:cNvPr>
              <p:cNvSpPr txBox="1"/>
              <p:nvPr/>
            </p:nvSpPr>
            <p:spPr>
              <a:xfrm>
                <a:off x="360250" y="6007452"/>
                <a:ext cx="3210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6F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 prediction auxiliary task</a:t>
                </a:r>
                <a:endParaRPr lang="zh-CN" altLang="en-US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0" name="文本框 609">
                <a:extLst>
                  <a:ext uri="{FF2B5EF4-FFF2-40B4-BE49-F238E27FC236}">
                    <a16:creationId xmlns:a16="http://schemas.microsoft.com/office/drawing/2014/main" id="{FCF32A5D-C76E-31F5-048C-19A3117DF076}"/>
                  </a:ext>
                </a:extLst>
              </p:cNvPr>
              <p:cNvSpPr txBox="1"/>
              <p:nvPr/>
            </p:nvSpPr>
            <p:spPr>
              <a:xfrm>
                <a:off x="2766190" y="4289121"/>
                <a:ext cx="4732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1" name="文本框 610">
                <a:extLst>
                  <a:ext uri="{FF2B5EF4-FFF2-40B4-BE49-F238E27FC236}">
                    <a16:creationId xmlns:a16="http://schemas.microsoft.com/office/drawing/2014/main" id="{CB9E1F31-4457-4745-55EB-B7A1F808DC02}"/>
                  </a:ext>
                </a:extLst>
              </p:cNvPr>
              <p:cNvSpPr txBox="1"/>
              <p:nvPr/>
            </p:nvSpPr>
            <p:spPr>
              <a:xfrm>
                <a:off x="2766190" y="4585079"/>
                <a:ext cx="5693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G@4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2" name="文本框 611">
                <a:extLst>
                  <a:ext uri="{FF2B5EF4-FFF2-40B4-BE49-F238E27FC236}">
                    <a16:creationId xmlns:a16="http://schemas.microsoft.com/office/drawing/2014/main" id="{9AC59989-B4DE-F9B3-D626-BAD1A76829BF}"/>
                  </a:ext>
                </a:extLst>
              </p:cNvPr>
              <p:cNvSpPr txBox="1"/>
              <p:nvPr/>
            </p:nvSpPr>
            <p:spPr>
              <a:xfrm>
                <a:off x="2766190" y="5176995"/>
                <a:ext cx="5693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G@6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3" name="文本框 612">
                <a:extLst>
                  <a:ext uri="{FF2B5EF4-FFF2-40B4-BE49-F238E27FC236}">
                    <a16:creationId xmlns:a16="http://schemas.microsoft.com/office/drawing/2014/main" id="{9B5BFE0F-83CF-BEBE-47B3-596E684871EA}"/>
                  </a:ext>
                </a:extLst>
              </p:cNvPr>
              <p:cNvSpPr txBox="1"/>
              <p:nvPr/>
            </p:nvSpPr>
            <p:spPr>
              <a:xfrm>
                <a:off x="2766190" y="5768912"/>
                <a:ext cx="5693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G@8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DE96D77E-24A5-1D79-1C77-A3E923A727A0}"/>
                  </a:ext>
                </a:extLst>
              </p:cNvPr>
              <p:cNvSpPr/>
              <p:nvPr/>
            </p:nvSpPr>
            <p:spPr>
              <a:xfrm>
                <a:off x="2480199" y="4684197"/>
                <a:ext cx="205065" cy="151893"/>
              </a:xfrm>
              <a:prstGeom prst="rect">
                <a:avLst/>
              </a:prstGeom>
              <a:noFill/>
              <a:ln w="19050">
                <a:solidFill>
                  <a:srgbClr val="8B40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762841A0-EBF0-F432-E83C-6F1E4D2D979B}"/>
                  </a:ext>
                </a:extLst>
              </p:cNvPr>
              <p:cNvSpPr/>
              <p:nvPr/>
            </p:nvSpPr>
            <p:spPr>
              <a:xfrm>
                <a:off x="2480199" y="5271951"/>
                <a:ext cx="205065" cy="151893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694EE378-F802-FD48-F365-9A2802699CF5}"/>
                  </a:ext>
                </a:extLst>
              </p:cNvPr>
              <p:cNvSpPr/>
              <p:nvPr/>
            </p:nvSpPr>
            <p:spPr>
              <a:xfrm>
                <a:off x="2480199" y="4978074"/>
                <a:ext cx="205065" cy="151893"/>
              </a:xfrm>
              <a:prstGeom prst="rect">
                <a:avLst/>
              </a:prstGeom>
              <a:noFill/>
              <a:ln w="19050">
                <a:solidFill>
                  <a:srgbClr val="2D78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17" name="组合 616">
                <a:extLst>
                  <a:ext uri="{FF2B5EF4-FFF2-40B4-BE49-F238E27FC236}">
                    <a16:creationId xmlns:a16="http://schemas.microsoft.com/office/drawing/2014/main" id="{630DB643-B243-FB1B-133C-1008216F6112}"/>
                  </a:ext>
                </a:extLst>
              </p:cNvPr>
              <p:cNvGrpSpPr/>
              <p:nvPr/>
            </p:nvGrpSpPr>
            <p:grpSpPr>
              <a:xfrm>
                <a:off x="183600" y="4345200"/>
                <a:ext cx="1756394" cy="1668652"/>
                <a:chOff x="1" y="3458550"/>
                <a:chExt cx="1756394" cy="1668652"/>
              </a:xfrm>
            </p:grpSpPr>
            <p:pic>
              <p:nvPicPr>
                <p:cNvPr id="623" name="图片 622">
                  <a:extLst>
                    <a:ext uri="{FF2B5EF4-FFF2-40B4-BE49-F238E27FC236}">
                      <a16:creationId xmlns:a16="http://schemas.microsoft.com/office/drawing/2014/main" id="{CF47660B-A922-3222-73CB-D254058094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8"/>
                <a:srcRect t="30139" r="2117"/>
                <a:stretch/>
              </p:blipFill>
              <p:spPr>
                <a:xfrm>
                  <a:off x="1" y="3458550"/>
                  <a:ext cx="1756394" cy="1668652"/>
                </a:xfrm>
                <a:prstGeom prst="roundRect">
                  <a:avLst>
                    <a:gd name="adj" fmla="val 18108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/>
              </p:spPr>
            </p:pic>
            <p:cxnSp>
              <p:nvCxnSpPr>
                <p:cNvPr id="624" name="直接连接符 623">
                  <a:extLst>
                    <a:ext uri="{FF2B5EF4-FFF2-40B4-BE49-F238E27FC236}">
                      <a16:creationId xmlns:a16="http://schemas.microsoft.com/office/drawing/2014/main" id="{EDBB938B-41F5-006B-70BB-9F11DAA141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471" y="4527380"/>
                  <a:ext cx="1006" cy="588709"/>
                </a:xfrm>
                <a:prstGeom prst="line">
                  <a:avLst/>
                </a:prstGeom>
                <a:ln w="19050">
                  <a:solidFill>
                    <a:srgbClr val="2D788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5" name="矩形 624">
                  <a:extLst>
                    <a:ext uri="{FF2B5EF4-FFF2-40B4-BE49-F238E27FC236}">
                      <a16:creationId xmlns:a16="http://schemas.microsoft.com/office/drawing/2014/main" id="{E90236DE-FAB5-B97C-B96A-DA2C4C61740C}"/>
                    </a:ext>
                  </a:extLst>
                </p:cNvPr>
                <p:cNvSpPr/>
                <p:nvPr/>
              </p:nvSpPr>
              <p:spPr>
                <a:xfrm>
                  <a:off x="2559" y="3940522"/>
                  <a:ext cx="1753835" cy="1175567"/>
                </a:xfrm>
                <a:prstGeom prst="rect">
                  <a:avLst/>
                </a:prstGeom>
                <a:noFill/>
                <a:ln w="19050">
                  <a:solidFill>
                    <a:srgbClr val="8B402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6" name="矩形 625">
                  <a:extLst>
                    <a:ext uri="{FF2B5EF4-FFF2-40B4-BE49-F238E27FC236}">
                      <a16:creationId xmlns:a16="http://schemas.microsoft.com/office/drawing/2014/main" id="{C3656D50-4366-EB54-6983-D73B4109DBC3}"/>
                    </a:ext>
                  </a:extLst>
                </p:cNvPr>
                <p:cNvSpPr/>
                <p:nvPr/>
              </p:nvSpPr>
              <p:spPr>
                <a:xfrm>
                  <a:off x="879477" y="3940522"/>
                  <a:ext cx="876917" cy="587475"/>
                </a:xfrm>
                <a:prstGeom prst="rect">
                  <a:avLst/>
                </a:prstGeom>
                <a:noFill/>
                <a:ln w="19050">
                  <a:solidFill>
                    <a:srgbClr val="2D78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7" name="矩形 626">
                  <a:extLst>
                    <a:ext uri="{FF2B5EF4-FFF2-40B4-BE49-F238E27FC236}">
                      <a16:creationId xmlns:a16="http://schemas.microsoft.com/office/drawing/2014/main" id="{607CBFF7-6F63-08FE-07A3-8FC2221EA2DC}"/>
                    </a:ext>
                  </a:extLst>
                </p:cNvPr>
                <p:cNvSpPr/>
                <p:nvPr/>
              </p:nvSpPr>
              <p:spPr>
                <a:xfrm>
                  <a:off x="2559" y="3940522"/>
                  <a:ext cx="876917" cy="587475"/>
                </a:xfrm>
                <a:prstGeom prst="rect">
                  <a:avLst/>
                </a:prstGeom>
                <a:noFill/>
                <a:ln w="19050">
                  <a:solidFill>
                    <a:srgbClr val="2D78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E4EAC89F-B9C7-6978-29FE-D8AD9A46F3DF}"/>
                    </a:ext>
                  </a:extLst>
                </p:cNvPr>
                <p:cNvSpPr/>
                <p:nvPr/>
              </p:nvSpPr>
              <p:spPr>
                <a:xfrm>
                  <a:off x="879477" y="3940522"/>
                  <a:ext cx="437572" cy="293892"/>
                </a:xfrm>
                <a:prstGeom prst="rect">
                  <a:avLst/>
                </a:prstGeom>
                <a:noFill/>
                <a:ln w="19050">
                  <a:solidFill>
                    <a:srgbClr val="CD7A6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9" name="矩形 628">
                  <a:extLst>
                    <a:ext uri="{FF2B5EF4-FFF2-40B4-BE49-F238E27FC236}">
                      <a16:creationId xmlns:a16="http://schemas.microsoft.com/office/drawing/2014/main" id="{22F3C1D4-049A-1F84-7887-69C620C02B4A}"/>
                    </a:ext>
                  </a:extLst>
                </p:cNvPr>
                <p:cNvSpPr/>
                <p:nvPr/>
              </p:nvSpPr>
              <p:spPr>
                <a:xfrm>
                  <a:off x="1318822" y="3940522"/>
                  <a:ext cx="437572" cy="293892"/>
                </a:xfrm>
                <a:prstGeom prst="rect">
                  <a:avLst/>
                </a:prstGeom>
                <a:noFill/>
                <a:ln w="19050">
                  <a:solidFill>
                    <a:srgbClr val="CD7A6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0" name="矩形 629">
                  <a:extLst>
                    <a:ext uri="{FF2B5EF4-FFF2-40B4-BE49-F238E27FC236}">
                      <a16:creationId xmlns:a16="http://schemas.microsoft.com/office/drawing/2014/main" id="{498BF8E2-DDE8-D394-0D6E-644923DC0C14}"/>
                    </a:ext>
                  </a:extLst>
                </p:cNvPr>
                <p:cNvSpPr/>
                <p:nvPr/>
              </p:nvSpPr>
              <p:spPr>
                <a:xfrm>
                  <a:off x="880363" y="4234105"/>
                  <a:ext cx="437572" cy="293892"/>
                </a:xfrm>
                <a:prstGeom prst="rect">
                  <a:avLst/>
                </a:prstGeom>
                <a:noFill/>
                <a:ln w="19050">
                  <a:solidFill>
                    <a:srgbClr val="CD7A6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1" name="矩形 630">
                  <a:extLst>
                    <a:ext uri="{FF2B5EF4-FFF2-40B4-BE49-F238E27FC236}">
                      <a16:creationId xmlns:a16="http://schemas.microsoft.com/office/drawing/2014/main" id="{F4275B61-EE64-9604-D56A-D51947014C05}"/>
                    </a:ext>
                  </a:extLst>
                </p:cNvPr>
                <p:cNvSpPr/>
                <p:nvPr/>
              </p:nvSpPr>
              <p:spPr>
                <a:xfrm>
                  <a:off x="1318822" y="4233488"/>
                  <a:ext cx="437572" cy="293892"/>
                </a:xfrm>
                <a:prstGeom prst="rect">
                  <a:avLst/>
                </a:prstGeom>
                <a:noFill/>
                <a:ln w="19050">
                  <a:solidFill>
                    <a:srgbClr val="CD7A6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2" name="矩形 631">
                  <a:extLst>
                    <a:ext uri="{FF2B5EF4-FFF2-40B4-BE49-F238E27FC236}">
                      <a16:creationId xmlns:a16="http://schemas.microsoft.com/office/drawing/2014/main" id="{5E923B94-0496-AE30-ECD8-CCCFD6741D15}"/>
                    </a:ext>
                  </a:extLst>
                </p:cNvPr>
                <p:cNvSpPr/>
                <p:nvPr/>
              </p:nvSpPr>
              <p:spPr>
                <a:xfrm>
                  <a:off x="880363" y="4087704"/>
                  <a:ext cx="217900" cy="145784"/>
                </a:xfrm>
                <a:prstGeom prst="rect">
                  <a:avLst/>
                </a:prstGeom>
                <a:noFill/>
                <a:ln w="19050">
                  <a:solidFill>
                    <a:srgbClr val="7A65C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3" name="矩形 632">
                  <a:extLst>
                    <a:ext uri="{FF2B5EF4-FFF2-40B4-BE49-F238E27FC236}">
                      <a16:creationId xmlns:a16="http://schemas.microsoft.com/office/drawing/2014/main" id="{8DA0D22C-3D62-3FD3-68A7-B663CB8161FF}"/>
                    </a:ext>
                  </a:extLst>
                </p:cNvPr>
                <p:cNvSpPr/>
                <p:nvPr/>
              </p:nvSpPr>
              <p:spPr>
                <a:xfrm>
                  <a:off x="1099149" y="3939596"/>
                  <a:ext cx="217900" cy="150122"/>
                </a:xfrm>
                <a:prstGeom prst="rect">
                  <a:avLst/>
                </a:prstGeom>
                <a:noFill/>
                <a:ln w="19050">
                  <a:solidFill>
                    <a:srgbClr val="7A65C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4" name="矩形 633">
                  <a:extLst>
                    <a:ext uri="{FF2B5EF4-FFF2-40B4-BE49-F238E27FC236}">
                      <a16:creationId xmlns:a16="http://schemas.microsoft.com/office/drawing/2014/main" id="{0CD8A1CA-330A-8D9E-FE55-08BD4FF1B85B}"/>
                    </a:ext>
                  </a:extLst>
                </p:cNvPr>
                <p:cNvSpPr/>
                <p:nvPr/>
              </p:nvSpPr>
              <p:spPr>
                <a:xfrm>
                  <a:off x="1100276" y="4086469"/>
                  <a:ext cx="217900" cy="147636"/>
                </a:xfrm>
                <a:prstGeom prst="rect">
                  <a:avLst/>
                </a:prstGeom>
                <a:noFill/>
                <a:ln w="19050">
                  <a:solidFill>
                    <a:srgbClr val="7A65C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35" name="直接连接符 634">
                  <a:extLst>
                    <a:ext uri="{FF2B5EF4-FFF2-40B4-BE49-F238E27FC236}">
                      <a16:creationId xmlns:a16="http://schemas.microsoft.com/office/drawing/2014/main" id="{A92BC2D1-B27D-3E9E-5F76-B6ADFF574407}"/>
                    </a:ext>
                  </a:extLst>
                </p:cNvPr>
                <p:cNvCxnSpPr>
                  <a:cxnSpLocks/>
                  <a:stCxn id="637" idx="1"/>
                  <a:endCxn id="633" idx="1"/>
                </p:cNvCxnSpPr>
                <p:nvPr/>
              </p:nvCxnSpPr>
              <p:spPr>
                <a:xfrm>
                  <a:off x="880363" y="4014502"/>
                  <a:ext cx="218786" cy="155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6" name="直接连接符 635">
                  <a:extLst>
                    <a:ext uri="{FF2B5EF4-FFF2-40B4-BE49-F238E27FC236}">
                      <a16:creationId xmlns:a16="http://schemas.microsoft.com/office/drawing/2014/main" id="{955C3986-9317-D13F-29B5-234FC9ACC0C5}"/>
                    </a:ext>
                  </a:extLst>
                </p:cNvPr>
                <p:cNvCxnSpPr>
                  <a:stCxn id="637" idx="0"/>
                  <a:endCxn id="632" idx="0"/>
                </p:cNvCxnSpPr>
                <p:nvPr/>
              </p:nvCxnSpPr>
              <p:spPr>
                <a:xfrm>
                  <a:off x="989313" y="3939904"/>
                  <a:ext cx="0" cy="147799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7" name="矩形 636">
                  <a:extLst>
                    <a:ext uri="{FF2B5EF4-FFF2-40B4-BE49-F238E27FC236}">
                      <a16:creationId xmlns:a16="http://schemas.microsoft.com/office/drawing/2014/main" id="{DCE55C73-389A-7703-4F42-1D2C38B46C31}"/>
                    </a:ext>
                  </a:extLst>
                </p:cNvPr>
                <p:cNvSpPr/>
                <p:nvPr/>
              </p:nvSpPr>
              <p:spPr>
                <a:xfrm>
                  <a:off x="880363" y="3939904"/>
                  <a:ext cx="217900" cy="149196"/>
                </a:xfrm>
                <a:prstGeom prst="rect">
                  <a:avLst/>
                </a:prstGeom>
                <a:noFill/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18" name="文本框 617">
                <a:extLst>
                  <a:ext uri="{FF2B5EF4-FFF2-40B4-BE49-F238E27FC236}">
                    <a16:creationId xmlns:a16="http://schemas.microsoft.com/office/drawing/2014/main" id="{837C0038-F038-5246-08BE-6229DCB1C661}"/>
                  </a:ext>
                </a:extLst>
              </p:cNvPr>
              <p:cNvSpPr txBox="1"/>
              <p:nvPr/>
            </p:nvSpPr>
            <p:spPr>
              <a:xfrm>
                <a:off x="2766190" y="4881037"/>
                <a:ext cx="5693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G@5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9" name="文本框 618">
                <a:extLst>
                  <a:ext uri="{FF2B5EF4-FFF2-40B4-BE49-F238E27FC236}">
                    <a16:creationId xmlns:a16="http://schemas.microsoft.com/office/drawing/2014/main" id="{7F6A6A28-8FAF-160E-4AFA-9B488D2181C3}"/>
                  </a:ext>
                </a:extLst>
              </p:cNvPr>
              <p:cNvSpPr txBox="1"/>
              <p:nvPr/>
            </p:nvSpPr>
            <p:spPr>
              <a:xfrm>
                <a:off x="2766190" y="5472953"/>
                <a:ext cx="5693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G@7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0" name="矩形 619">
                <a:extLst>
                  <a:ext uri="{FF2B5EF4-FFF2-40B4-BE49-F238E27FC236}">
                    <a16:creationId xmlns:a16="http://schemas.microsoft.com/office/drawing/2014/main" id="{0AD53896-A9A2-1C9E-8FF0-52E78CBF381B}"/>
                  </a:ext>
                </a:extLst>
              </p:cNvPr>
              <p:cNvSpPr/>
              <p:nvPr/>
            </p:nvSpPr>
            <p:spPr>
              <a:xfrm>
                <a:off x="2480199" y="5565828"/>
                <a:ext cx="205065" cy="151893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1" name="矩形 620">
                <a:extLst>
                  <a:ext uri="{FF2B5EF4-FFF2-40B4-BE49-F238E27FC236}">
                    <a16:creationId xmlns:a16="http://schemas.microsoft.com/office/drawing/2014/main" id="{CFD3D86F-2FC9-594B-47BE-3204A66342D3}"/>
                  </a:ext>
                </a:extLst>
              </p:cNvPr>
              <p:cNvSpPr/>
              <p:nvPr/>
            </p:nvSpPr>
            <p:spPr>
              <a:xfrm>
                <a:off x="2480199" y="5859704"/>
                <a:ext cx="205065" cy="151893"/>
              </a:xfrm>
              <a:prstGeom prst="rect">
                <a:avLst/>
              </a:prstGeom>
              <a:noFill/>
              <a:ln w="19050"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22" name="图片 621">
                <a:extLst>
                  <a:ext uri="{FF2B5EF4-FFF2-40B4-BE49-F238E27FC236}">
                    <a16:creationId xmlns:a16="http://schemas.microsoft.com/office/drawing/2014/main" id="{D6314D34-1289-4537-1FCA-DF3FA015A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4001" y="4363518"/>
                <a:ext cx="161759" cy="161759"/>
              </a:xfrm>
              <a:prstGeom prst="rect">
                <a:avLst/>
              </a:prstGeom>
            </p:spPr>
          </p:pic>
        </p:grpSp>
        <p:cxnSp>
          <p:nvCxnSpPr>
            <p:cNvPr id="638" name="连接符: 曲线 637">
              <a:extLst>
                <a:ext uri="{FF2B5EF4-FFF2-40B4-BE49-F238E27FC236}">
                  <a16:creationId xmlns:a16="http://schemas.microsoft.com/office/drawing/2014/main" id="{3A63B7FD-8A11-A1A1-3247-D81BF83BF52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623311" y="2524843"/>
              <a:ext cx="517009" cy="498103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91919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9" name="矩形 638">
                  <a:extLst>
                    <a:ext uri="{FF2B5EF4-FFF2-40B4-BE49-F238E27FC236}">
                      <a16:creationId xmlns:a16="http://schemas.microsoft.com/office/drawing/2014/main" id="{5CC76FBB-2193-0B82-CE3F-7EBF730BEC4C}"/>
                    </a:ext>
                  </a:extLst>
                </p:cNvPr>
                <p:cNvSpPr/>
                <p:nvPr/>
              </p:nvSpPr>
              <p:spPr>
                <a:xfrm>
                  <a:off x="7718400" y="2149200"/>
                  <a:ext cx="4676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39" name="矩形 638">
                  <a:extLst>
                    <a:ext uri="{FF2B5EF4-FFF2-40B4-BE49-F238E27FC236}">
                      <a16:creationId xmlns:a16="http://schemas.microsoft.com/office/drawing/2014/main" id="{5CC76FBB-2193-0B82-CE3F-7EBF730BEC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8400" y="2149200"/>
                  <a:ext cx="467692" cy="369332"/>
                </a:xfrm>
                <a:prstGeom prst="rect">
                  <a:avLst/>
                </a:prstGeom>
                <a:blipFill>
                  <a:blip r:embed="rId7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37833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58</Words>
  <Application>Microsoft Office PowerPoint</Application>
  <PresentationFormat>自定义</PresentationFormat>
  <Paragraphs>38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Office 主题​​</vt:lpstr>
      <vt:lpstr>Presentation</vt:lpstr>
      <vt:lpstr>Microsoft PowerPoint 启用宏的演示文稿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成华</dc:creator>
  <cp:lastModifiedBy>月 江流</cp:lastModifiedBy>
  <cp:revision>12</cp:revision>
  <dcterms:created xsi:type="dcterms:W3CDTF">2023-03-06T05:10:30Z</dcterms:created>
  <dcterms:modified xsi:type="dcterms:W3CDTF">2023-05-23T02:21:12Z</dcterms:modified>
</cp:coreProperties>
</file>