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pptm" ContentType="application/vnd.ms-powerpoint.presentation.macroEnabled.12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7" r:id="rId2"/>
    <p:sldId id="256" r:id="rId3"/>
    <p:sldId id="266" r:id="rId4"/>
    <p:sldId id="268" r:id="rId5"/>
    <p:sldId id="274" r:id="rId6"/>
    <p:sldId id="273" r:id="rId7"/>
    <p:sldId id="271" r:id="rId8"/>
    <p:sldId id="275" r:id="rId9"/>
    <p:sldId id="276" r:id="rId10"/>
    <p:sldId id="269" r:id="rId11"/>
    <p:sldId id="272" r:id="rId12"/>
    <p:sldId id="277" r:id="rId13"/>
    <p:sldId id="278" r:id="rId14"/>
    <p:sldId id="265" r:id="rId15"/>
    <p:sldId id="264" r:id="rId16"/>
    <p:sldId id="261" r:id="rId17"/>
    <p:sldId id="262" r:id="rId18"/>
    <p:sldId id="258" r:id="rId19"/>
    <p:sldId id="26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F9"/>
    <a:srgbClr val="AE65CD"/>
    <a:srgbClr val="073B4C"/>
    <a:srgbClr val="7F7F7F"/>
    <a:srgbClr val="7A65CD"/>
    <a:srgbClr val="CD7A65"/>
    <a:srgbClr val="2D788B"/>
    <a:srgbClr val="8B402D"/>
    <a:srgbClr val="118AB2"/>
    <a:srgbClr val="EF4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44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76e769b00277fb27" providerId="LiveId" clId="{87FF5769-43E6-4012-AE57-0B23ED1B38C1}"/>
    <pc:docChg chg="undo redo custSel addSld delSld modSld sldOrd modMainMaster">
      <pc:chgData name="" userId="76e769b00277fb27" providerId="LiveId" clId="{87FF5769-43E6-4012-AE57-0B23ED1B38C1}" dt="2023-03-07T06:14:37.978" v="5730" actId="2696"/>
      <pc:docMkLst>
        <pc:docMk/>
      </pc:docMkLst>
      <pc:sldChg chg="addSp delSp modSp">
        <pc:chgData name="" userId="76e769b00277fb27" providerId="LiveId" clId="{87FF5769-43E6-4012-AE57-0B23ED1B38C1}" dt="2023-03-06T05:09:53.089" v="5503"/>
        <pc:sldMkLst>
          <pc:docMk/>
          <pc:sldMk cId="4277457879" sldId="256"/>
        </pc:sldMkLst>
        <pc:spChg chg="add mod">
          <ac:chgData name="" userId="76e769b00277fb27" providerId="LiveId" clId="{87FF5769-43E6-4012-AE57-0B23ED1B38C1}" dt="2023-03-06T05:09:53.089" v="5503"/>
          <ac:spMkLst>
            <pc:docMk/>
            <pc:sldMk cId="4277457879" sldId="256"/>
            <ac:spMk id="4" creationId="{E5535632-44E7-4808-BE26-CB5F71F7753B}"/>
          </ac:spMkLst>
        </pc:spChg>
        <pc:spChg chg="add del mod">
          <ac:chgData name="" userId="76e769b00277fb27" providerId="LiveId" clId="{87FF5769-43E6-4012-AE57-0B23ED1B38C1}" dt="2023-02-24T02:38:10.932" v="18"/>
          <ac:spMkLst>
            <pc:docMk/>
            <pc:sldMk cId="4277457879" sldId="256"/>
            <ac:spMk id="7" creationId="{FF618597-3B15-4904-81E2-D39F6B30188E}"/>
          </ac:spMkLst>
        </pc:spChg>
        <pc:picChg chg="add mod">
          <ac:chgData name="" userId="76e769b00277fb27" providerId="LiveId" clId="{87FF5769-43E6-4012-AE57-0B23ED1B38C1}" dt="2023-03-06T05:09:53.089" v="5503"/>
          <ac:picMkLst>
            <pc:docMk/>
            <pc:sldMk cId="4277457879" sldId="256"/>
            <ac:picMk id="5" creationId="{564DDFB5-337E-4BBA-8BB4-02FF2A23335B}"/>
          </ac:picMkLst>
        </pc:picChg>
        <pc:picChg chg="add del mod">
          <ac:chgData name="" userId="76e769b00277fb27" providerId="LiveId" clId="{87FF5769-43E6-4012-AE57-0B23ED1B38C1}" dt="2023-02-24T02:38:10.932" v="18"/>
          <ac:picMkLst>
            <pc:docMk/>
            <pc:sldMk cId="4277457879" sldId="256"/>
            <ac:picMk id="6" creationId="{C901D5EF-232F-4F61-85C3-999878205B4F}"/>
          </ac:picMkLst>
        </pc:picChg>
      </pc:sldChg>
      <pc:sldChg chg="addSp delSp modSp add">
        <pc:chgData name="" userId="76e769b00277fb27" providerId="LiveId" clId="{87FF5769-43E6-4012-AE57-0B23ED1B38C1}" dt="2023-03-06T05:09:53.089" v="5503"/>
        <pc:sldMkLst>
          <pc:docMk/>
          <pc:sldMk cId="1863048584" sldId="258"/>
        </pc:sldMkLst>
        <pc:spChg chg="del">
          <ac:chgData name="" userId="76e769b00277fb27" providerId="LiveId" clId="{87FF5769-43E6-4012-AE57-0B23ED1B38C1}" dt="2023-02-24T02:47:17.221" v="60" actId="478"/>
          <ac:spMkLst>
            <pc:docMk/>
            <pc:sldMk cId="1863048584" sldId="258"/>
            <ac:spMk id="2" creationId="{9D8BC458-A39B-4BF0-97E2-792DD8557C61}"/>
          </ac:spMkLst>
        </pc:spChg>
        <pc:spChg chg="del">
          <ac:chgData name="" userId="76e769b00277fb27" providerId="LiveId" clId="{87FF5769-43E6-4012-AE57-0B23ED1B38C1}" dt="2023-02-24T02:47:17.221" v="60" actId="478"/>
          <ac:spMkLst>
            <pc:docMk/>
            <pc:sldMk cId="1863048584" sldId="258"/>
            <ac:spMk id="3" creationId="{446BF71C-1EA3-4A2E-992B-B7E1EA702086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1863048584" sldId="258"/>
            <ac:spMk id="5" creationId="{0F18CE68-4545-45FE-9C26-6E9815EBE551}"/>
          </ac:spMkLst>
        </pc:spChg>
        <pc:picChg chg="add mod">
          <ac:chgData name="" userId="76e769b00277fb27" providerId="LiveId" clId="{87FF5769-43E6-4012-AE57-0B23ED1B38C1}" dt="2023-03-06T05:09:53.089" v="5503"/>
          <ac:picMkLst>
            <pc:docMk/>
            <pc:sldMk cId="1863048584" sldId="258"/>
            <ac:picMk id="4" creationId="{818B61A7-5D06-401A-A282-C886E615ECBC}"/>
          </ac:picMkLst>
        </pc:picChg>
        <pc:picChg chg="add mod">
          <ac:chgData name="" userId="76e769b00277fb27" providerId="LiveId" clId="{87FF5769-43E6-4012-AE57-0B23ED1B38C1}" dt="2023-03-06T05:09:53.089" v="5503"/>
          <ac:picMkLst>
            <pc:docMk/>
            <pc:sldMk cId="1863048584" sldId="258"/>
            <ac:picMk id="6" creationId="{967DBEE8-AE11-4E9B-B546-BCE553B42C03}"/>
          </ac:picMkLst>
        </pc:picChg>
      </pc:sldChg>
      <pc:sldChg chg="addSp delSp modSp add modNotesTx">
        <pc:chgData name="" userId="76e769b00277fb27" providerId="LiveId" clId="{87FF5769-43E6-4012-AE57-0B23ED1B38C1}" dt="2023-03-06T05:09:53.089" v="5503"/>
        <pc:sldMkLst>
          <pc:docMk/>
          <pc:sldMk cId="1311255334" sldId="260"/>
        </pc:sldMkLst>
        <pc:spChg chg="del">
          <ac:chgData name="" userId="76e769b00277fb27" providerId="LiveId" clId="{87FF5769-43E6-4012-AE57-0B23ED1B38C1}" dt="2023-02-24T03:04:07.841" v="166" actId="478"/>
          <ac:spMkLst>
            <pc:docMk/>
            <pc:sldMk cId="1311255334" sldId="260"/>
            <ac:spMk id="2" creationId="{E800AD75-3FF4-45A3-80B5-A6E76CFD109B}"/>
          </ac:spMkLst>
        </pc:spChg>
        <pc:spChg chg="del">
          <ac:chgData name="" userId="76e769b00277fb27" providerId="LiveId" clId="{87FF5769-43E6-4012-AE57-0B23ED1B38C1}" dt="2023-02-24T03:04:07.841" v="166" actId="478"/>
          <ac:spMkLst>
            <pc:docMk/>
            <pc:sldMk cId="1311255334" sldId="260"/>
            <ac:spMk id="3" creationId="{11B742D0-A3F2-4EB9-ADD5-A16BB577FCD1}"/>
          </ac:spMkLst>
        </pc:spChg>
        <pc:spChg chg="add mod">
          <ac:chgData name="" userId="76e769b00277fb27" providerId="LiveId" clId="{87FF5769-43E6-4012-AE57-0B23ED1B38C1}" dt="2023-02-24T07:31:27.101" v="624" actId="164"/>
          <ac:spMkLst>
            <pc:docMk/>
            <pc:sldMk cId="1311255334" sldId="260"/>
            <ac:spMk id="4" creationId="{3913C121-3E67-4E57-A3B1-29D200641042}"/>
          </ac:spMkLst>
        </pc:spChg>
        <pc:grpChg chg="add mod">
          <ac:chgData name="" userId="76e769b00277fb27" providerId="LiveId" clId="{87FF5769-43E6-4012-AE57-0B23ED1B38C1}" dt="2023-03-06T05:09:53.089" v="5503"/>
          <ac:grpSpMkLst>
            <pc:docMk/>
            <pc:sldMk cId="1311255334" sldId="260"/>
            <ac:grpSpMk id="10" creationId="{8B5D680C-DDA3-4355-AF4B-A315C1D80060}"/>
          </ac:grpSpMkLst>
        </pc:grpChg>
        <pc:picChg chg="add mod">
          <ac:chgData name="" userId="76e769b00277fb27" providerId="LiveId" clId="{87FF5769-43E6-4012-AE57-0B23ED1B38C1}" dt="2023-03-06T05:09:53.089" v="5503"/>
          <ac:picMkLst>
            <pc:docMk/>
            <pc:sldMk cId="1311255334" sldId="260"/>
            <ac:picMk id="5" creationId="{733E3CA8-7E08-4900-8F63-70C65D444158}"/>
          </ac:picMkLst>
        </pc:picChg>
        <pc:cxnChg chg="add mod">
          <ac:chgData name="" userId="76e769b00277fb27" providerId="LiveId" clId="{87FF5769-43E6-4012-AE57-0B23ED1B38C1}" dt="2023-02-24T07:31:27.101" v="624" actId="164"/>
          <ac:cxnSpMkLst>
            <pc:docMk/>
            <pc:sldMk cId="1311255334" sldId="260"/>
            <ac:cxnSpMk id="7" creationId="{1A7EBF91-6CD2-400F-88D3-D4099D4BE8C6}"/>
          </ac:cxnSpMkLst>
        </pc:cxnChg>
        <pc:cxnChg chg="add mod">
          <ac:chgData name="" userId="76e769b00277fb27" providerId="LiveId" clId="{87FF5769-43E6-4012-AE57-0B23ED1B38C1}" dt="2023-02-24T07:31:27.101" v="624" actId="164"/>
          <ac:cxnSpMkLst>
            <pc:docMk/>
            <pc:sldMk cId="1311255334" sldId="260"/>
            <ac:cxnSpMk id="9" creationId="{71887D5B-6F6E-4CC0-A08F-B3931DBD774F}"/>
          </ac:cxnSpMkLst>
        </pc:cxnChg>
      </pc:sldChg>
      <pc:sldChg chg="addSp delSp modSp add">
        <pc:chgData name="" userId="76e769b00277fb27" providerId="LiveId" clId="{87FF5769-43E6-4012-AE57-0B23ED1B38C1}" dt="2023-03-06T05:09:53.089" v="5503"/>
        <pc:sldMkLst>
          <pc:docMk/>
          <pc:sldMk cId="3421164603" sldId="261"/>
        </pc:sldMkLst>
        <pc:spChg chg="mod">
          <ac:chgData name="" userId="76e769b00277fb27" providerId="LiveId" clId="{87FF5769-43E6-4012-AE57-0B23ED1B38C1}" dt="2023-03-06T05:09:53.089" v="5503"/>
          <ac:spMkLst>
            <pc:docMk/>
            <pc:sldMk cId="3421164603" sldId="261"/>
            <ac:spMk id="6" creationId="{AED30B2E-9257-48D5-8459-3516BADD0899}"/>
          </ac:spMkLst>
        </pc:spChg>
        <pc:spChg chg="add del mod">
          <ac:chgData name="" userId="76e769b00277fb27" providerId="LiveId" clId="{87FF5769-43E6-4012-AE57-0B23ED1B38C1}" dt="2023-02-24T09:03:40.218" v="686" actId="478"/>
          <ac:spMkLst>
            <pc:docMk/>
            <pc:sldMk cId="3421164603" sldId="261"/>
            <ac:spMk id="8" creationId="{E65EFCBE-29B4-4A4D-8D4B-74E91D370920}"/>
          </ac:spMkLst>
        </pc:spChg>
        <pc:spChg chg="add del mod">
          <ac:chgData name="" userId="76e769b00277fb27" providerId="LiveId" clId="{87FF5769-43E6-4012-AE57-0B23ED1B38C1}" dt="2023-02-24T09:03:40.218" v="686" actId="478"/>
          <ac:spMkLst>
            <pc:docMk/>
            <pc:sldMk cId="3421164603" sldId="261"/>
            <ac:spMk id="9" creationId="{E66588C5-AC63-4CA6-927E-F35FE91E1BC3}"/>
          </ac:spMkLst>
        </pc:spChg>
        <pc:spChg chg="add del mod">
          <ac:chgData name="" userId="76e769b00277fb27" providerId="LiveId" clId="{87FF5769-43E6-4012-AE57-0B23ED1B38C1}" dt="2023-02-24T09:03:40.218" v="686" actId="478"/>
          <ac:spMkLst>
            <pc:docMk/>
            <pc:sldMk cId="3421164603" sldId="261"/>
            <ac:spMk id="10" creationId="{E6D3E916-5C15-486C-9B44-E13D72961F20}"/>
          </ac:spMkLst>
        </pc:spChg>
        <pc:spChg chg="add del mod">
          <ac:chgData name="" userId="76e769b00277fb27" providerId="LiveId" clId="{87FF5769-43E6-4012-AE57-0B23ED1B38C1}" dt="2023-02-24T09:03:40.218" v="686" actId="478"/>
          <ac:spMkLst>
            <pc:docMk/>
            <pc:sldMk cId="3421164603" sldId="261"/>
            <ac:spMk id="11" creationId="{DBD3BA09-BF25-4CD4-BEBC-12773055D6FF}"/>
          </ac:spMkLst>
        </pc:spChg>
        <pc:spChg chg="add del mod">
          <ac:chgData name="" userId="76e769b00277fb27" providerId="LiveId" clId="{87FF5769-43E6-4012-AE57-0B23ED1B38C1}" dt="2023-03-06T05:09:53.089" v="5503"/>
          <ac:spMkLst>
            <pc:docMk/>
            <pc:sldMk cId="3421164603" sldId="261"/>
            <ac:spMk id="13" creationId="{95892E93-7FA5-40A1-A93A-14048B88D3D0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k cId="3421164603" sldId="261"/>
            <ac:spMk id="14" creationId="{915C6D7B-52BF-46F8-A3C5-259CE86D43DB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k cId="3421164603" sldId="261"/>
            <ac:spMk id="15" creationId="{5660B51C-2394-4731-8A2D-690D2CDCAEAB}"/>
          </ac:spMkLst>
        </pc:spChg>
        <pc:grpChg chg="add mod">
          <ac:chgData name="" userId="76e769b00277fb27" providerId="LiveId" clId="{87FF5769-43E6-4012-AE57-0B23ED1B38C1}" dt="2023-02-24T07:16:38.679" v="535" actId="164"/>
          <ac:grpSpMkLst>
            <pc:docMk/>
            <pc:sldMk cId="3421164603" sldId="261"/>
            <ac:grpSpMk id="2" creationId="{9606F1E2-3E8A-456D-99C5-04C56D716F95}"/>
          </ac:grpSpMkLst>
        </pc:grpChg>
        <pc:graphicFrameChg chg="add del mod">
          <ac:chgData name="" userId="76e769b00277fb27" providerId="LiveId" clId="{87FF5769-43E6-4012-AE57-0B23ED1B38C1}" dt="2023-02-24T07:19:10.750" v="540" actId="478"/>
          <ac:graphicFrameMkLst>
            <pc:docMk/>
            <pc:sldMk cId="3421164603" sldId="261"/>
            <ac:graphicFrameMk id="3" creationId="{EF644691-D220-473B-881B-7939635A3191}"/>
          </ac:graphicFrameMkLst>
        </pc:graphicFrameChg>
        <pc:graphicFrameChg chg="add del mod">
          <ac:chgData name="" userId="76e769b00277fb27" providerId="LiveId" clId="{87FF5769-43E6-4012-AE57-0B23ED1B38C1}" dt="2023-02-24T07:23:30.097" v="549" actId="478"/>
          <ac:graphicFrameMkLst>
            <pc:docMk/>
            <pc:sldMk cId="3421164603" sldId="261"/>
            <ac:graphicFrameMk id="4" creationId="{62E84823-808E-417C-89C5-3B71634B5FF1}"/>
          </ac:graphicFrameMkLst>
        </pc:graphicFrameChg>
        <pc:graphicFrameChg chg="add del mod">
          <ac:chgData name="" userId="76e769b00277fb27" providerId="LiveId" clId="{87FF5769-43E6-4012-AE57-0B23ED1B38C1}" dt="2023-02-24T09:01:40.583" v="685" actId="478"/>
          <ac:graphicFrameMkLst>
            <pc:docMk/>
            <pc:sldMk cId="3421164603" sldId="261"/>
            <ac:graphicFrameMk id="5" creationId="{052F3C2C-BE5C-47B2-A708-11279A457AF6}"/>
          </ac:graphicFrameMkLst>
        </pc:graphicFrameChg>
        <pc:graphicFrameChg chg="add del mod">
          <ac:chgData name="" userId="76e769b00277fb27" providerId="LiveId" clId="{87FF5769-43E6-4012-AE57-0B23ED1B38C1}" dt="2023-02-24T09:06:22.733" v="688" actId="478"/>
          <ac:graphicFrameMkLst>
            <pc:docMk/>
            <pc:sldMk cId="3421164603" sldId="261"/>
            <ac:graphicFrameMk id="12" creationId="{2CBFE1A7-4716-4CFA-AA9B-425ADB591287}"/>
          </ac:graphicFrameMkLst>
        </pc:graphicFrameChg>
        <pc:graphicFrameChg chg="add del mod">
          <ac:chgData name="" userId="76e769b00277fb27" providerId="LiveId" clId="{87FF5769-43E6-4012-AE57-0B23ED1B38C1}" dt="2023-02-24T12:00:13.942" v="788" actId="478"/>
          <ac:graphicFrameMkLst>
            <pc:docMk/>
            <pc:sldMk cId="3421164603" sldId="261"/>
            <ac:graphicFrameMk id="16" creationId="{6E683F3B-83C4-4A5D-B378-C80F63F6E4AB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3421164603" sldId="261"/>
            <ac:graphicFrameMk id="17" creationId="{00274D9D-8130-43D8-A4E3-B4EE0DE306FC}"/>
          </ac:graphicFrameMkLst>
        </pc:graphicFrameChg>
        <pc:picChg chg="mod">
          <ac:chgData name="" userId="76e769b00277fb27" providerId="LiveId" clId="{87FF5769-43E6-4012-AE57-0B23ED1B38C1}" dt="2023-03-06T05:09:53.089" v="5503"/>
          <ac:picMkLst>
            <pc:docMk/>
            <pc:sldMk cId="3421164603" sldId="261"/>
            <ac:picMk id="7" creationId="{33FD1CDB-8199-4E0E-9976-768862CD0DCD}"/>
          </ac:picMkLst>
        </pc:picChg>
      </pc:sldChg>
      <pc:sldChg chg="addSp delSp modSp add del">
        <pc:chgData name="" userId="76e769b00277fb27" providerId="LiveId" clId="{87FF5769-43E6-4012-AE57-0B23ED1B38C1}" dt="2023-03-06T05:09:53.089" v="5503"/>
        <pc:sldMkLst>
          <pc:docMk/>
          <pc:sldMk cId="1584307084" sldId="262"/>
        </pc:sldMkLst>
        <pc:spChg chg="add mod">
          <ac:chgData name="" userId="76e769b00277fb27" providerId="LiveId" clId="{87FF5769-43E6-4012-AE57-0B23ED1B38C1}" dt="2023-03-06T05:09:53.089" v="5503"/>
          <ac:spMkLst>
            <pc:docMk/>
            <pc:sldMk cId="1584307084" sldId="262"/>
            <ac:spMk id="5" creationId="{9C1C7DC6-E366-4932-9783-00ADEB3E5327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k cId="1584307084" sldId="262"/>
            <ac:spMk id="6" creationId="{AED30B2E-9257-48D5-8459-3516BADD0899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1584307084" sldId="262"/>
            <ac:spMk id="8" creationId="{351411A8-622F-4407-9342-023B0CAE513C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1584307084" sldId="262"/>
            <ac:spMk id="9" creationId="{77B0AA05-8907-47C8-861A-9A3832A7B63E}"/>
          </ac:spMkLst>
        </pc:spChg>
        <pc:picChg chg="add mod">
          <ac:chgData name="" userId="76e769b00277fb27" providerId="LiveId" clId="{87FF5769-43E6-4012-AE57-0B23ED1B38C1}" dt="2023-03-06T05:09:53.089" v="5503"/>
          <ac:picMkLst>
            <pc:docMk/>
            <pc:sldMk cId="1584307084" sldId="262"/>
            <ac:picMk id="2" creationId="{E4FED60C-6DDB-4F01-910F-22164451A5A8}"/>
          </ac:picMkLst>
        </pc:picChg>
        <pc:picChg chg="del">
          <ac:chgData name="" userId="76e769b00277fb27" providerId="LiveId" clId="{87FF5769-43E6-4012-AE57-0B23ED1B38C1}" dt="2023-02-24T03:08:56.890" v="213" actId="478"/>
          <ac:picMkLst>
            <pc:docMk/>
            <pc:sldMk cId="1584307084" sldId="262"/>
            <ac:picMk id="7" creationId="{33FD1CDB-8199-4E0E-9976-768862CD0DCD}"/>
          </ac:picMkLst>
        </pc:picChg>
      </pc:sldChg>
      <pc:sldChg chg="modSp add">
        <pc:chgData name="" userId="76e769b00277fb27" providerId="LiveId" clId="{87FF5769-43E6-4012-AE57-0B23ED1B38C1}" dt="2023-03-06T05:09:53.089" v="5503"/>
        <pc:sldMkLst>
          <pc:docMk/>
          <pc:sldMk cId="3167858921" sldId="264"/>
        </pc:sldMkLst>
        <pc:spChg chg="mod">
          <ac:chgData name="" userId="76e769b00277fb27" providerId="LiveId" clId="{87FF5769-43E6-4012-AE57-0B23ED1B38C1}" dt="2023-03-06T05:09:53.089" v="5503"/>
          <ac:spMkLst>
            <pc:docMk/>
            <pc:sldMk cId="3167858921" sldId="264"/>
            <ac:spMk id="6" creationId="{AED30B2E-9257-48D5-8459-3516BADD0899}"/>
          </ac:spMkLst>
        </pc:spChg>
        <pc:picChg chg="mod">
          <ac:chgData name="" userId="76e769b00277fb27" providerId="LiveId" clId="{87FF5769-43E6-4012-AE57-0B23ED1B38C1}" dt="2023-03-06T05:09:53.089" v="5503"/>
          <ac:picMkLst>
            <pc:docMk/>
            <pc:sldMk cId="3167858921" sldId="264"/>
            <ac:picMk id="7" creationId="{33FD1CDB-8199-4E0E-9976-768862CD0DCD}"/>
          </ac:picMkLst>
        </pc:picChg>
      </pc:sldChg>
      <pc:sldChg chg="addSp delSp modSp add">
        <pc:chgData name="" userId="76e769b00277fb27" providerId="LiveId" clId="{87FF5769-43E6-4012-AE57-0B23ED1B38C1}" dt="2023-03-06T05:09:53.089" v="5503"/>
        <pc:sldMkLst>
          <pc:docMk/>
          <pc:sldMk cId="4267128599" sldId="265"/>
        </pc:sldMkLst>
        <pc:spChg chg="add del mod">
          <ac:chgData name="" userId="76e769b00277fb27" providerId="LiveId" clId="{87FF5769-43E6-4012-AE57-0B23ED1B38C1}" dt="2023-02-24T06:57:27.464" v="504" actId="478"/>
          <ac:spMkLst>
            <pc:docMk/>
            <pc:sldMk cId="4267128599" sldId="265"/>
            <ac:spMk id="3" creationId="{87C6DAA2-8DBE-4CAE-A190-669D184390C2}"/>
          </ac:spMkLst>
        </pc:spChg>
        <pc:spChg chg="add del mod">
          <ac:chgData name="" userId="76e769b00277fb27" providerId="LiveId" clId="{87FF5769-43E6-4012-AE57-0B23ED1B38C1}" dt="2023-02-24T04:50:30.054" v="460"/>
          <ac:spMkLst>
            <pc:docMk/>
            <pc:sldMk cId="4267128599" sldId="265"/>
            <ac:spMk id="4" creationId="{B944AA1D-403D-4EF8-B724-958FC49B81FD}"/>
          </ac:spMkLst>
        </pc:spChg>
        <pc:spChg chg="add del mod">
          <ac:chgData name="" userId="76e769b00277fb27" providerId="LiveId" clId="{87FF5769-43E6-4012-AE57-0B23ED1B38C1}" dt="2023-02-24T05:04:22.854" v="477" actId="478"/>
          <ac:spMkLst>
            <pc:docMk/>
            <pc:sldMk cId="4267128599" sldId="265"/>
            <ac:spMk id="5" creationId="{4CD64896-0BA7-47A4-B1D7-E2E9D4B38495}"/>
          </ac:spMkLst>
        </pc:spChg>
        <pc:spChg chg="del">
          <ac:chgData name="" userId="76e769b00277fb27" providerId="LiveId" clId="{87FF5769-43E6-4012-AE57-0B23ED1B38C1}" dt="2023-02-24T04:11:04.379" v="413" actId="478"/>
          <ac:spMkLst>
            <pc:docMk/>
            <pc:sldMk cId="4267128599" sldId="265"/>
            <ac:spMk id="6" creationId="{AED30B2E-9257-48D5-8459-3516BADD0899}"/>
          </ac:spMkLst>
        </pc:spChg>
        <pc:spChg chg="add del mod">
          <ac:chgData name="" userId="76e769b00277fb27" providerId="LiveId" clId="{87FF5769-43E6-4012-AE57-0B23ED1B38C1}" dt="2023-02-24T06:57:29.382" v="505" actId="478"/>
          <ac:spMkLst>
            <pc:docMk/>
            <pc:sldMk cId="4267128599" sldId="265"/>
            <ac:spMk id="7" creationId="{E4B0687A-89FC-4E5E-9561-CC4DEF87ED5F}"/>
          </ac:spMkLst>
        </pc:spChg>
        <pc:spChg chg="add del mod">
          <ac:chgData name="" userId="76e769b00277fb27" providerId="LiveId" clId="{87FF5769-43E6-4012-AE57-0B23ED1B38C1}" dt="2023-02-24T05:04:25.409" v="478" actId="478"/>
          <ac:spMkLst>
            <pc:docMk/>
            <pc:sldMk cId="4267128599" sldId="265"/>
            <ac:spMk id="8" creationId="{8A801509-1995-4AF5-8782-D02EB14E7C78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4267128599" sldId="265"/>
            <ac:spMk id="9" creationId="{7EC0A4F6-8D42-4AE1-AAC2-6134DF077E49}"/>
          </ac:spMkLst>
        </pc:spChg>
        <pc:spChg chg="add del mod">
          <ac:chgData name="" userId="76e769b00277fb27" providerId="LiveId" clId="{87FF5769-43E6-4012-AE57-0B23ED1B38C1}" dt="2023-02-24T05:03:26.014" v="468"/>
          <ac:spMkLst>
            <pc:docMk/>
            <pc:sldMk cId="4267128599" sldId="265"/>
            <ac:spMk id="10" creationId="{554BBA62-11A3-4BC0-B8EC-6E97E420D162}"/>
          </ac:spMkLst>
        </pc:spChg>
        <pc:spChg chg="add del mod">
          <ac:chgData name="" userId="76e769b00277fb27" providerId="LiveId" clId="{87FF5769-43E6-4012-AE57-0B23ED1B38C1}" dt="2023-02-24T05:03:38.891" v="474" actId="478"/>
          <ac:spMkLst>
            <pc:docMk/>
            <pc:sldMk cId="4267128599" sldId="265"/>
            <ac:spMk id="11" creationId="{4CD8697F-5699-4785-AB9E-7916AEAC8DB5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4267128599" sldId="265"/>
            <ac:spMk id="12" creationId="{14D53741-CE61-4D51-898E-FC03104B06E4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4267128599" sldId="265"/>
            <ac:spMk id="13" creationId="{F2CCAA59-A4A7-47D4-8927-CFA8314D7405}"/>
          </ac:spMkLst>
        </pc:spChg>
        <pc:spChg chg="del">
          <ac:chgData name="" userId="76e769b00277fb27" providerId="LiveId" clId="{87FF5769-43E6-4012-AE57-0B23ED1B38C1}" dt="2023-02-24T04:11:04.379" v="413" actId="478"/>
          <ac:spMkLst>
            <pc:docMk/>
            <pc:sldMk cId="4267128599" sldId="265"/>
            <ac:spMk id="18" creationId="{EA47E85B-1847-44BF-AF67-ED1439824A6C}"/>
          </ac:spMkLst>
        </pc:spChg>
        <pc:spChg chg="del mod">
          <ac:chgData name="" userId="76e769b00277fb27" providerId="LiveId" clId="{87FF5769-43E6-4012-AE57-0B23ED1B38C1}" dt="2023-02-24T06:57:33.865" v="507" actId="478"/>
          <ac:spMkLst>
            <pc:docMk/>
            <pc:sldMk cId="4267128599" sldId="265"/>
            <ac:spMk id="19" creationId="{9F106A0F-70E5-475E-9581-12162D55327E}"/>
          </ac:spMkLst>
        </pc:spChg>
        <pc:picChg chg="add del mod">
          <ac:chgData name="" userId="76e769b00277fb27" providerId="LiveId" clId="{87FF5769-43E6-4012-AE57-0B23ED1B38C1}" dt="2023-02-24T06:57:36.691" v="509" actId="478"/>
          <ac:picMkLst>
            <pc:docMk/>
            <pc:sldMk cId="4267128599" sldId="265"/>
            <ac:picMk id="2" creationId="{F7C5471B-5C44-4AB7-B6FC-D726FF45B983}"/>
          </ac:picMkLst>
        </pc:picChg>
        <pc:picChg chg="del">
          <ac:chgData name="" userId="76e769b00277fb27" providerId="LiveId" clId="{87FF5769-43E6-4012-AE57-0B23ED1B38C1}" dt="2023-02-24T04:11:08.427" v="415" actId="478"/>
          <ac:picMkLst>
            <pc:docMk/>
            <pc:sldMk cId="4267128599" sldId="265"/>
            <ac:picMk id="17" creationId="{029F8AF7-EA15-4764-BBB6-8E7062E481B4}"/>
          </ac:picMkLst>
        </pc:picChg>
      </pc:sldChg>
      <pc:sldChg chg="addSp delSp modSp add">
        <pc:chgData name="" userId="76e769b00277fb27" providerId="LiveId" clId="{87FF5769-43E6-4012-AE57-0B23ED1B38C1}" dt="2023-03-06T05:09:53.089" v="5503"/>
        <pc:sldMkLst>
          <pc:docMk/>
          <pc:sldMk cId="1419385167" sldId="266"/>
        </pc:sldMkLst>
        <pc:spChg chg="del">
          <ac:chgData name="" userId="76e769b00277fb27" providerId="LiveId" clId="{87FF5769-43E6-4012-AE57-0B23ED1B38C1}" dt="2023-02-24T06:59:20.317" v="511" actId="478"/>
          <ac:spMkLst>
            <pc:docMk/>
            <pc:sldMk cId="1419385167" sldId="266"/>
            <ac:spMk id="2" creationId="{16727D53-D631-4A25-A053-1D46A0E0F6B7}"/>
          </ac:spMkLst>
        </pc:spChg>
        <pc:spChg chg="del">
          <ac:chgData name="" userId="76e769b00277fb27" providerId="LiveId" clId="{87FF5769-43E6-4012-AE57-0B23ED1B38C1}" dt="2023-02-24T06:59:20.317" v="511" actId="478"/>
          <ac:spMkLst>
            <pc:docMk/>
            <pc:sldMk cId="1419385167" sldId="266"/>
            <ac:spMk id="3" creationId="{131B8622-9ED1-4059-8B9A-7ECE4FB6E96B}"/>
          </ac:spMkLst>
        </pc:spChg>
        <pc:spChg chg="add del">
          <ac:chgData name="" userId="76e769b00277fb27" providerId="LiveId" clId="{87FF5769-43E6-4012-AE57-0B23ED1B38C1}" dt="2023-02-24T06:59:42.763" v="516"/>
          <ac:spMkLst>
            <pc:docMk/>
            <pc:sldMk cId="1419385167" sldId="266"/>
            <ac:spMk id="5" creationId="{6D6851A1-1B37-422D-A0D1-B086FECB0F36}"/>
          </ac:spMkLst>
        </pc:spChg>
        <pc:spChg chg="add del mod">
          <ac:chgData name="" userId="76e769b00277fb27" providerId="LiveId" clId="{87FF5769-43E6-4012-AE57-0B23ED1B38C1}" dt="2023-02-24T13:49:14.060" v="1449" actId="478"/>
          <ac:spMkLst>
            <pc:docMk/>
            <pc:sldMk cId="1419385167" sldId="266"/>
            <ac:spMk id="7" creationId="{BF09CCD0-825E-43EE-8170-5A69D2C9B6B9}"/>
          </ac:spMkLst>
        </pc:spChg>
        <pc:spChg chg="add mod topLvl">
          <ac:chgData name="" userId="76e769b00277fb27" providerId="LiveId" clId="{87FF5769-43E6-4012-AE57-0B23ED1B38C1}" dt="2023-02-24T07:27:56.046" v="586" actId="164"/>
          <ac:spMkLst>
            <pc:docMk/>
            <pc:sldMk cId="1419385167" sldId="266"/>
            <ac:spMk id="9" creationId="{C5BD369B-7486-44C1-939D-0A8AD6A3CE29}"/>
          </ac:spMkLst>
        </pc:spChg>
        <pc:spChg chg="add mod topLvl">
          <ac:chgData name="" userId="76e769b00277fb27" providerId="LiveId" clId="{87FF5769-43E6-4012-AE57-0B23ED1B38C1}" dt="2023-02-24T07:27:56.046" v="586" actId="164"/>
          <ac:spMkLst>
            <pc:docMk/>
            <pc:sldMk cId="1419385167" sldId="266"/>
            <ac:spMk id="10" creationId="{13253E20-A318-49A5-B01B-B70963D6D069}"/>
          </ac:spMkLst>
        </pc:spChg>
        <pc:spChg chg="add mod topLvl">
          <ac:chgData name="" userId="76e769b00277fb27" providerId="LiveId" clId="{87FF5769-43E6-4012-AE57-0B23ED1B38C1}" dt="2023-02-24T07:27:56.046" v="586" actId="164"/>
          <ac:spMkLst>
            <pc:docMk/>
            <pc:sldMk cId="1419385167" sldId="266"/>
            <ac:spMk id="11" creationId="{B26E1A8B-00F9-4796-A77F-900570794670}"/>
          </ac:spMkLst>
        </pc:spChg>
        <pc:spChg chg="add mod topLvl">
          <ac:chgData name="" userId="76e769b00277fb27" providerId="LiveId" clId="{87FF5769-43E6-4012-AE57-0B23ED1B38C1}" dt="2023-02-24T07:27:56.046" v="586" actId="164"/>
          <ac:spMkLst>
            <pc:docMk/>
            <pc:sldMk cId="1419385167" sldId="266"/>
            <ac:spMk id="12" creationId="{25F2355D-3D68-4ECE-BCB8-F129741F21A6}"/>
          </ac:spMkLst>
        </pc:spChg>
        <pc:spChg chg="mod topLvl">
          <ac:chgData name="" userId="76e769b00277fb27" providerId="LiveId" clId="{87FF5769-43E6-4012-AE57-0B23ED1B38C1}" dt="2023-02-24T07:28:20.110" v="589" actId="164"/>
          <ac:spMkLst>
            <pc:docMk/>
            <pc:sldMk cId="1419385167" sldId="266"/>
            <ac:spMk id="15" creationId="{5C159F99-D640-48E4-ACB6-BE10D16AE5C9}"/>
          </ac:spMkLst>
        </pc:spChg>
        <pc:spChg chg="mod topLvl">
          <ac:chgData name="" userId="76e769b00277fb27" providerId="LiveId" clId="{87FF5769-43E6-4012-AE57-0B23ED1B38C1}" dt="2023-02-24T07:28:20.110" v="589" actId="164"/>
          <ac:spMkLst>
            <pc:docMk/>
            <pc:sldMk cId="1419385167" sldId="266"/>
            <ac:spMk id="16" creationId="{86AEC10F-1888-4A6C-B2AC-601DF95C871E}"/>
          </ac:spMkLst>
        </pc:spChg>
        <pc:spChg chg="mod topLvl">
          <ac:chgData name="" userId="76e769b00277fb27" providerId="LiveId" clId="{87FF5769-43E6-4012-AE57-0B23ED1B38C1}" dt="2023-02-24T07:28:20.110" v="589" actId="164"/>
          <ac:spMkLst>
            <pc:docMk/>
            <pc:sldMk cId="1419385167" sldId="266"/>
            <ac:spMk id="17" creationId="{39287028-32FF-4716-B1D7-42A09F0BEDB2}"/>
          </ac:spMkLst>
        </pc:spChg>
        <pc:spChg chg="mod topLvl">
          <ac:chgData name="" userId="76e769b00277fb27" providerId="LiveId" clId="{87FF5769-43E6-4012-AE57-0B23ED1B38C1}" dt="2023-02-24T07:28:20.110" v="589" actId="164"/>
          <ac:spMkLst>
            <pc:docMk/>
            <pc:sldMk cId="1419385167" sldId="266"/>
            <ac:spMk id="18" creationId="{FACF9467-D71F-4ACF-AE74-0ED415665466}"/>
          </ac:spMkLst>
        </pc:spChg>
        <pc:spChg chg="mod topLvl">
          <ac:chgData name="" userId="76e769b00277fb27" providerId="LiveId" clId="{87FF5769-43E6-4012-AE57-0B23ED1B38C1}" dt="2023-02-24T07:30:34.066" v="615" actId="164"/>
          <ac:spMkLst>
            <pc:docMk/>
            <pc:sldMk cId="1419385167" sldId="266"/>
            <ac:spMk id="20" creationId="{D0C8426F-2476-47E1-A373-6BE3C2E70F9D}"/>
          </ac:spMkLst>
        </pc:spChg>
        <pc:spChg chg="mod topLvl">
          <ac:chgData name="" userId="76e769b00277fb27" providerId="LiveId" clId="{87FF5769-43E6-4012-AE57-0B23ED1B38C1}" dt="2023-02-24T07:30:34.066" v="615" actId="164"/>
          <ac:spMkLst>
            <pc:docMk/>
            <pc:sldMk cId="1419385167" sldId="266"/>
            <ac:spMk id="21" creationId="{B76B4A13-F66B-4933-AA74-D75BFF0A6FFB}"/>
          </ac:spMkLst>
        </pc:spChg>
        <pc:spChg chg="mod topLvl">
          <ac:chgData name="" userId="76e769b00277fb27" providerId="LiveId" clId="{87FF5769-43E6-4012-AE57-0B23ED1B38C1}" dt="2023-02-24T07:30:34.066" v="615" actId="164"/>
          <ac:spMkLst>
            <pc:docMk/>
            <pc:sldMk cId="1419385167" sldId="266"/>
            <ac:spMk id="22" creationId="{B8C27C04-8417-4C63-9CE4-08DBB580D3D3}"/>
          </ac:spMkLst>
        </pc:spChg>
        <pc:spChg chg="mod topLvl">
          <ac:chgData name="" userId="76e769b00277fb27" providerId="LiveId" clId="{87FF5769-43E6-4012-AE57-0B23ED1B38C1}" dt="2023-02-24T07:30:34.066" v="615" actId="164"/>
          <ac:spMkLst>
            <pc:docMk/>
            <pc:sldMk cId="1419385167" sldId="266"/>
            <ac:spMk id="23" creationId="{FAE540D5-A22D-43F3-B9D2-4D6296CAC800}"/>
          </ac:spMkLst>
        </pc:spChg>
        <pc:spChg chg="mod topLvl">
          <ac:chgData name="" userId="76e769b00277fb27" providerId="LiveId" clId="{87FF5769-43E6-4012-AE57-0B23ED1B38C1}" dt="2023-02-24T07:29:41.672" v="609" actId="164"/>
          <ac:spMkLst>
            <pc:docMk/>
            <pc:sldMk cId="1419385167" sldId="266"/>
            <ac:spMk id="25" creationId="{561999F8-67DF-4857-84E8-D5BA11B75CE4}"/>
          </ac:spMkLst>
        </pc:spChg>
        <pc:spChg chg="mod topLvl">
          <ac:chgData name="" userId="76e769b00277fb27" providerId="LiveId" clId="{87FF5769-43E6-4012-AE57-0B23ED1B38C1}" dt="2023-02-24T07:29:41.672" v="609" actId="164"/>
          <ac:spMkLst>
            <pc:docMk/>
            <pc:sldMk cId="1419385167" sldId="266"/>
            <ac:spMk id="26" creationId="{3DB14C01-BD9F-4096-91C7-F9E415566655}"/>
          </ac:spMkLst>
        </pc:spChg>
        <pc:spChg chg="mod topLvl">
          <ac:chgData name="" userId="76e769b00277fb27" providerId="LiveId" clId="{87FF5769-43E6-4012-AE57-0B23ED1B38C1}" dt="2023-02-24T07:29:41.672" v="609" actId="164"/>
          <ac:spMkLst>
            <pc:docMk/>
            <pc:sldMk cId="1419385167" sldId="266"/>
            <ac:spMk id="27" creationId="{CD4BB031-D4D3-4CE9-A7BA-E53D6D428BCF}"/>
          </ac:spMkLst>
        </pc:spChg>
        <pc:spChg chg="mod topLvl">
          <ac:chgData name="" userId="76e769b00277fb27" providerId="LiveId" clId="{87FF5769-43E6-4012-AE57-0B23ED1B38C1}" dt="2023-02-24T07:29:41.672" v="609" actId="164"/>
          <ac:spMkLst>
            <pc:docMk/>
            <pc:sldMk cId="1419385167" sldId="266"/>
            <ac:spMk id="28" creationId="{D304197A-62BA-4FBD-BC0F-C23F9AEEABE7}"/>
          </ac:spMkLst>
        </pc:spChg>
        <pc:spChg chg="mod topLvl">
          <ac:chgData name="" userId="76e769b00277fb27" providerId="LiveId" clId="{87FF5769-43E6-4012-AE57-0B23ED1B38C1}" dt="2023-02-24T07:30:30.499" v="614" actId="164"/>
          <ac:spMkLst>
            <pc:docMk/>
            <pc:sldMk cId="1419385167" sldId="266"/>
            <ac:spMk id="30" creationId="{91632F70-1EF6-4F6B-A993-D55AA3DA2A18}"/>
          </ac:spMkLst>
        </pc:spChg>
        <pc:spChg chg="mod topLvl">
          <ac:chgData name="" userId="76e769b00277fb27" providerId="LiveId" clId="{87FF5769-43E6-4012-AE57-0B23ED1B38C1}" dt="2023-02-24T07:30:30.499" v="614" actId="164"/>
          <ac:spMkLst>
            <pc:docMk/>
            <pc:sldMk cId="1419385167" sldId="266"/>
            <ac:spMk id="31" creationId="{0EE8DD3B-229F-4423-A2FA-E5AF9D734505}"/>
          </ac:spMkLst>
        </pc:spChg>
        <pc:spChg chg="mod topLvl">
          <ac:chgData name="" userId="76e769b00277fb27" providerId="LiveId" clId="{87FF5769-43E6-4012-AE57-0B23ED1B38C1}" dt="2023-02-24T07:30:30.499" v="614" actId="164"/>
          <ac:spMkLst>
            <pc:docMk/>
            <pc:sldMk cId="1419385167" sldId="266"/>
            <ac:spMk id="32" creationId="{52A3998E-091E-44C2-B2A6-452A597BA9A6}"/>
          </ac:spMkLst>
        </pc:spChg>
        <pc:spChg chg="mod topLvl">
          <ac:chgData name="" userId="76e769b00277fb27" providerId="LiveId" clId="{87FF5769-43E6-4012-AE57-0B23ED1B38C1}" dt="2023-02-24T07:30:30.499" v="614" actId="164"/>
          <ac:spMkLst>
            <pc:docMk/>
            <pc:sldMk cId="1419385167" sldId="266"/>
            <ac:spMk id="33" creationId="{64D6AA88-6B83-42AB-B4C3-CB7BD855E5D7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1419385167" sldId="266"/>
            <ac:spMk id="42" creationId="{36D727A1-F71E-42E9-94DE-11FD879964E8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1419385167" sldId="266"/>
            <ac:spMk id="52" creationId="{503BB88A-A16E-4BA6-A811-2F8B0B4EA598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1419385167" sldId="266"/>
            <ac:spMk id="54" creationId="{873D0D6B-3E1D-4B2B-9B40-804F2ED8A282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1419385167" sldId="266"/>
            <ac:spMk id="55" creationId="{85CB72F8-9356-42E8-9968-3CCCE5289425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1419385167" sldId="266"/>
            <ac:spMk id="56" creationId="{F2B0E390-6DD5-4870-BAD5-9DAD58A73C20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1419385167" sldId="266"/>
            <ac:spMk id="57" creationId="{A2198E9B-F83F-4455-8C58-F21271FE467B}"/>
          </ac:spMkLst>
        </pc:spChg>
        <pc:spChg chg="add mod ord">
          <ac:chgData name="" userId="76e769b00277fb27" providerId="LiveId" clId="{87FF5769-43E6-4012-AE57-0B23ED1B38C1}" dt="2023-02-27T05:58:51.568" v="3105" actId="164"/>
          <ac:spMkLst>
            <pc:docMk/>
            <pc:sldMk cId="1419385167" sldId="266"/>
            <ac:spMk id="58" creationId="{944C5682-2C45-459F-9650-0C14B494C2E1}"/>
          </ac:spMkLst>
        </pc:spChg>
        <pc:spChg chg="add del mod">
          <ac:chgData name="" userId="76e769b00277fb27" providerId="LiveId" clId="{87FF5769-43E6-4012-AE57-0B23ED1B38C1}" dt="2023-02-27T05:56:31.050" v="2994" actId="478"/>
          <ac:spMkLst>
            <pc:docMk/>
            <pc:sldMk cId="1419385167" sldId="266"/>
            <ac:spMk id="80" creationId="{32B591F6-EB02-458A-A78E-2B666A45E3B9}"/>
          </ac:spMkLst>
        </pc:spChg>
        <pc:spChg chg="add mod topLvl">
          <ac:chgData name="" userId="76e769b00277fb27" providerId="LiveId" clId="{87FF5769-43E6-4012-AE57-0B23ED1B38C1}" dt="2023-02-24T12:45:31.202" v="964" actId="165"/>
          <ac:spMkLst>
            <pc:docMk/>
            <pc:sldMk cId="1419385167" sldId="266"/>
            <ac:spMk id="81" creationId="{0811CD2C-F5D5-4AD8-AE2B-A095599356F0}"/>
          </ac:spMkLst>
        </pc:spChg>
        <pc:spChg chg="add mod topLvl">
          <ac:chgData name="" userId="76e769b00277fb27" providerId="LiveId" clId="{87FF5769-43E6-4012-AE57-0B23ED1B38C1}" dt="2023-02-24T12:45:31.202" v="964" actId="165"/>
          <ac:spMkLst>
            <pc:docMk/>
            <pc:sldMk cId="1419385167" sldId="266"/>
            <ac:spMk id="82" creationId="{0B36299B-A3EA-4252-945C-E862D18431E4}"/>
          </ac:spMkLst>
        </pc:spChg>
        <pc:spChg chg="add mod topLvl">
          <ac:chgData name="" userId="76e769b00277fb27" providerId="LiveId" clId="{87FF5769-43E6-4012-AE57-0B23ED1B38C1}" dt="2023-02-24T12:45:31.202" v="964" actId="165"/>
          <ac:spMkLst>
            <pc:docMk/>
            <pc:sldMk cId="1419385167" sldId="266"/>
            <ac:spMk id="83" creationId="{67DE3A25-96AC-4418-B41D-C5503F012BCB}"/>
          </ac:spMkLst>
        </pc:spChg>
        <pc:spChg chg="add mod topLvl">
          <ac:chgData name="" userId="76e769b00277fb27" providerId="LiveId" clId="{87FF5769-43E6-4012-AE57-0B23ED1B38C1}" dt="2023-02-24T12:45:31.202" v="964" actId="165"/>
          <ac:spMkLst>
            <pc:docMk/>
            <pc:sldMk cId="1419385167" sldId="266"/>
            <ac:spMk id="84" creationId="{3F77AAF2-46AA-4A79-87DF-4E34ED962E2B}"/>
          </ac:spMkLst>
        </pc:spChg>
        <pc:spChg chg="add mod">
          <ac:chgData name="" userId="76e769b00277fb27" providerId="LiveId" clId="{87FF5769-43E6-4012-AE57-0B23ED1B38C1}" dt="2023-02-24T13:00:15.492" v="1030" actId="164"/>
          <ac:spMkLst>
            <pc:docMk/>
            <pc:sldMk cId="1419385167" sldId="266"/>
            <ac:spMk id="91" creationId="{4E20C061-1EB8-4777-8EB8-4D2DAF1DC8CC}"/>
          </ac:spMkLst>
        </pc:spChg>
        <pc:spChg chg="add mod">
          <ac:chgData name="" userId="76e769b00277fb27" providerId="LiveId" clId="{87FF5769-43E6-4012-AE57-0B23ED1B38C1}" dt="2023-02-24T13:12:23.034" v="1130" actId="404"/>
          <ac:spMkLst>
            <pc:docMk/>
            <pc:sldMk cId="1419385167" sldId="266"/>
            <ac:spMk id="92" creationId="{DF7A4CBF-81B0-4191-82E4-35914E90D5C0}"/>
          </ac:spMkLst>
        </pc:spChg>
        <pc:spChg chg="add del mod">
          <ac:chgData name="" userId="76e769b00277fb27" providerId="LiveId" clId="{87FF5769-43E6-4012-AE57-0B23ED1B38C1}" dt="2023-02-24T13:05:00.581" v="1078" actId="11529"/>
          <ac:spMkLst>
            <pc:docMk/>
            <pc:sldMk cId="1419385167" sldId="266"/>
            <ac:spMk id="129" creationId="{08BFE045-7A1D-4DC9-8F18-13FB20E8D68E}"/>
          </ac:spMkLst>
        </pc:spChg>
        <pc:spChg chg="add del mod">
          <ac:chgData name="" userId="76e769b00277fb27" providerId="LiveId" clId="{87FF5769-43E6-4012-AE57-0B23ED1B38C1}" dt="2023-02-24T13:09:13.659" v="1086" actId="478"/>
          <ac:spMkLst>
            <pc:docMk/>
            <pc:sldMk cId="1419385167" sldId="266"/>
            <ac:spMk id="130" creationId="{3D61473A-B234-4719-9F36-5BD404D6CBD5}"/>
          </ac:spMkLst>
        </pc:spChg>
        <pc:spChg chg="add del mod">
          <ac:chgData name="" userId="76e769b00277fb27" providerId="LiveId" clId="{87FF5769-43E6-4012-AE57-0B23ED1B38C1}" dt="2023-02-24T13:24:28.019" v="1220" actId="478"/>
          <ac:spMkLst>
            <pc:docMk/>
            <pc:sldMk cId="1419385167" sldId="266"/>
            <ac:spMk id="131" creationId="{DE6A0F1F-D12D-43BA-AB56-E8A81BF20409}"/>
          </ac:spMkLst>
        </pc:spChg>
        <pc:spChg chg="add del">
          <ac:chgData name="" userId="76e769b00277fb27" providerId="LiveId" clId="{87FF5769-43E6-4012-AE57-0B23ED1B38C1}" dt="2023-02-24T13:44:44.959" v="1405"/>
          <ac:spMkLst>
            <pc:docMk/>
            <pc:sldMk cId="1419385167" sldId="266"/>
            <ac:spMk id="156" creationId="{6D73E27D-2A9B-450E-955E-13EE133F2ACF}"/>
          </ac:spMkLst>
        </pc:spChg>
        <pc:spChg chg="add mod">
          <ac:chgData name="" userId="76e769b00277fb27" providerId="LiveId" clId="{87FF5769-43E6-4012-AE57-0B23ED1B38C1}" dt="2023-02-27T05:58:51.568" v="3105" actId="164"/>
          <ac:spMkLst>
            <pc:docMk/>
            <pc:sldMk cId="1419385167" sldId="266"/>
            <ac:spMk id="157" creationId="{29074FC5-DFC7-41CD-9254-7BA43F09861A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1419385167" sldId="266"/>
            <ac:spMk id="158" creationId="{C9C70F25-AA4C-4BF4-84E0-8E9521A67FE0}"/>
          </ac:spMkLst>
        </pc:spChg>
        <pc:spChg chg="add del">
          <ac:chgData name="" userId="76e769b00277fb27" providerId="LiveId" clId="{87FF5769-43E6-4012-AE57-0B23ED1B38C1}" dt="2023-02-24T13:50:17.145" v="1467"/>
          <ac:spMkLst>
            <pc:docMk/>
            <pc:sldMk cId="1419385167" sldId="266"/>
            <ac:spMk id="159" creationId="{2B44FD2B-ACD5-4065-8CEB-465DAEEAABC2}"/>
          </ac:spMkLst>
        </pc:spChg>
        <pc:spChg chg="add del mod">
          <ac:chgData name="" userId="76e769b00277fb27" providerId="LiveId" clId="{87FF5769-43E6-4012-AE57-0B23ED1B38C1}" dt="2023-02-25T07:32:04.514" v="1949" actId="478"/>
          <ac:spMkLst>
            <pc:docMk/>
            <pc:sldMk cId="1419385167" sldId="266"/>
            <ac:spMk id="169" creationId="{7129FDDC-5E14-450A-B716-C35DB1859E1B}"/>
          </ac:spMkLst>
        </pc:spChg>
        <pc:spChg chg="add del mod">
          <ac:chgData name="" userId="76e769b00277fb27" providerId="LiveId" clId="{87FF5769-43E6-4012-AE57-0B23ED1B38C1}" dt="2023-02-25T07:32:24.552" v="1953" actId="478"/>
          <ac:spMkLst>
            <pc:docMk/>
            <pc:sldMk cId="1419385167" sldId="266"/>
            <ac:spMk id="170" creationId="{79E5A3DB-4F8A-4D23-94B8-4CB64D6D9A98}"/>
          </ac:spMkLst>
        </pc:spChg>
        <pc:spChg chg="add del">
          <ac:chgData name="" userId="76e769b00277fb27" providerId="LiveId" clId="{87FF5769-43E6-4012-AE57-0B23ED1B38C1}" dt="2023-02-25T07:32:47.089" v="1955" actId="478"/>
          <ac:spMkLst>
            <pc:docMk/>
            <pc:sldMk cId="1419385167" sldId="266"/>
            <ac:spMk id="171" creationId="{F8B18404-D181-40BB-9957-211CD2D26929}"/>
          </ac:spMkLst>
        </pc:spChg>
        <pc:spChg chg="add del">
          <ac:chgData name="" userId="76e769b00277fb27" providerId="LiveId" clId="{87FF5769-43E6-4012-AE57-0B23ED1B38C1}" dt="2023-02-25T07:33:02.273" v="1957" actId="478"/>
          <ac:spMkLst>
            <pc:docMk/>
            <pc:sldMk cId="1419385167" sldId="266"/>
            <ac:spMk id="172" creationId="{80C009EF-3A72-4F09-A79E-D66E85DBBAF8}"/>
          </ac:spMkLst>
        </pc:spChg>
        <pc:spChg chg="add del">
          <ac:chgData name="" userId="76e769b00277fb27" providerId="LiveId" clId="{87FF5769-43E6-4012-AE57-0B23ED1B38C1}" dt="2023-02-25T07:33:14.453" v="1959" actId="478"/>
          <ac:spMkLst>
            <pc:docMk/>
            <pc:sldMk cId="1419385167" sldId="266"/>
            <ac:spMk id="173" creationId="{0B75B1A4-3495-43D7-B521-6D1B68288908}"/>
          </ac:spMkLst>
        </pc:spChg>
        <pc:spChg chg="add del mod">
          <ac:chgData name="" userId="76e769b00277fb27" providerId="LiveId" clId="{87FF5769-43E6-4012-AE57-0B23ED1B38C1}" dt="2023-02-25T07:28:25.158" v="1923" actId="478"/>
          <ac:spMkLst>
            <pc:docMk/>
            <pc:sldMk cId="1419385167" sldId="266"/>
            <ac:spMk id="180" creationId="{13C0D032-603F-4803-8928-12F5269823CB}"/>
          </ac:spMkLst>
        </pc:spChg>
        <pc:spChg chg="add mod">
          <ac:chgData name="" userId="76e769b00277fb27" providerId="LiveId" clId="{87FF5769-43E6-4012-AE57-0B23ED1B38C1}" dt="2023-02-27T05:58:51.568" v="3105" actId="164"/>
          <ac:spMkLst>
            <pc:docMk/>
            <pc:sldMk cId="1419385167" sldId="266"/>
            <ac:spMk id="181" creationId="{EC7278CF-BC76-4637-BA1F-132E9BBC66DA}"/>
          </ac:spMkLst>
        </pc:spChg>
        <pc:spChg chg="add mod">
          <ac:chgData name="" userId="76e769b00277fb27" providerId="LiveId" clId="{87FF5769-43E6-4012-AE57-0B23ED1B38C1}" dt="2023-02-27T05:58:51.568" v="3105" actId="164"/>
          <ac:spMkLst>
            <pc:docMk/>
            <pc:sldMk cId="1419385167" sldId="266"/>
            <ac:spMk id="182" creationId="{6BA6F8A0-3C2C-45FF-90C1-F016DEA25F86}"/>
          </ac:spMkLst>
        </pc:spChg>
        <pc:spChg chg="add mod">
          <ac:chgData name="" userId="76e769b00277fb27" providerId="LiveId" clId="{87FF5769-43E6-4012-AE57-0B23ED1B38C1}" dt="2023-02-27T05:58:51.568" v="3105" actId="164"/>
          <ac:spMkLst>
            <pc:docMk/>
            <pc:sldMk cId="1419385167" sldId="266"/>
            <ac:spMk id="183" creationId="{CE27EE50-DB20-4532-A4B3-52D522D2A0E1}"/>
          </ac:spMkLst>
        </pc:spChg>
        <pc:spChg chg="add mod">
          <ac:chgData name="" userId="76e769b00277fb27" providerId="LiveId" clId="{87FF5769-43E6-4012-AE57-0B23ED1B38C1}" dt="2023-02-27T05:58:51.568" v="3105" actId="164"/>
          <ac:spMkLst>
            <pc:docMk/>
            <pc:sldMk cId="1419385167" sldId="266"/>
            <ac:spMk id="184" creationId="{05C6BD0C-19A6-413B-935F-0398FBAD701D}"/>
          </ac:spMkLst>
        </pc:spChg>
        <pc:spChg chg="add mod">
          <ac:chgData name="" userId="76e769b00277fb27" providerId="LiveId" clId="{87FF5769-43E6-4012-AE57-0B23ED1B38C1}" dt="2023-02-27T05:58:51.568" v="3105" actId="164"/>
          <ac:spMkLst>
            <pc:docMk/>
            <pc:sldMk cId="1419385167" sldId="266"/>
            <ac:spMk id="185" creationId="{D3FC7737-3C73-4D96-A6B3-66F125FBCE53}"/>
          </ac:spMkLst>
        </pc:spChg>
        <pc:grpChg chg="add mod">
          <ac:chgData name="" userId="76e769b00277fb27" providerId="LiveId" clId="{87FF5769-43E6-4012-AE57-0B23ED1B38C1}" dt="2023-03-06T05:09:53.089" v="5503"/>
          <ac:grpSpMkLst>
            <pc:docMk/>
            <pc:sldMk cId="1419385167" sldId="266"/>
            <ac:grpSpMk id="2" creationId="{7BF6DB73-903A-4A3D-AB8F-82D72BA869F2}"/>
          </ac:grpSpMkLst>
        </pc:grpChg>
        <pc:grpChg chg="add del mod">
          <ac:chgData name="" userId="76e769b00277fb27" providerId="LiveId" clId="{87FF5769-43E6-4012-AE57-0B23ED1B38C1}" dt="2023-02-24T07:27:32.868" v="584" actId="165"/>
          <ac:grpSpMkLst>
            <pc:docMk/>
            <pc:sldMk cId="1419385167" sldId="266"/>
            <ac:grpSpMk id="13" creationId="{DB6203DD-6E9D-4B88-8F51-1F1C4C372A65}"/>
          </ac:grpSpMkLst>
        </pc:grpChg>
        <pc:grpChg chg="add del mod">
          <ac:chgData name="" userId="76e769b00277fb27" providerId="LiveId" clId="{87FF5769-43E6-4012-AE57-0B23ED1B38C1}" dt="2023-02-24T07:28:03.124" v="587" actId="165"/>
          <ac:grpSpMkLst>
            <pc:docMk/>
            <pc:sldMk cId="1419385167" sldId="266"/>
            <ac:grpSpMk id="14" creationId="{62A2E5F7-DB0F-47D6-9EEF-0185616F2CC0}"/>
          </ac:grpSpMkLst>
        </pc:grpChg>
        <pc:grpChg chg="add del mod">
          <ac:chgData name="" userId="76e769b00277fb27" providerId="LiveId" clId="{87FF5769-43E6-4012-AE57-0B23ED1B38C1}" dt="2023-02-24T07:29:38.931" v="608" actId="165"/>
          <ac:grpSpMkLst>
            <pc:docMk/>
            <pc:sldMk cId="1419385167" sldId="266"/>
            <ac:grpSpMk id="19" creationId="{D13CBB39-0A09-46D0-9FF0-6F0BBC72BFE4}"/>
          </ac:grpSpMkLst>
        </pc:grpChg>
        <pc:grpChg chg="add del mod">
          <ac:chgData name="" userId="76e769b00277fb27" providerId="LiveId" clId="{87FF5769-43E6-4012-AE57-0B23ED1B38C1}" dt="2023-02-24T07:28:50.852" v="604" actId="165"/>
          <ac:grpSpMkLst>
            <pc:docMk/>
            <pc:sldMk cId="1419385167" sldId="266"/>
            <ac:grpSpMk id="24" creationId="{41A521FB-B2F5-470D-ABCB-8E1B5C384729}"/>
          </ac:grpSpMkLst>
        </pc:grpChg>
        <pc:grpChg chg="add del mod">
          <ac:chgData name="" userId="76e769b00277fb27" providerId="LiveId" clId="{87FF5769-43E6-4012-AE57-0B23ED1B38C1}" dt="2023-02-27T05:57:40.308" v="3004" actId="165"/>
          <ac:grpSpMkLst>
            <pc:docMk/>
            <pc:sldMk cId="1419385167" sldId="266"/>
            <ac:grpSpMk id="29" creationId="{5C5044A6-07DE-4327-B8D5-D01B7BAF92F2}"/>
          </ac:grpSpMkLst>
        </pc:grpChg>
        <pc:grpChg chg="add del mod">
          <ac:chgData name="" userId="76e769b00277fb27" providerId="LiveId" clId="{87FF5769-43E6-4012-AE57-0B23ED1B38C1}" dt="2023-02-24T07:30:14.115" v="612" actId="165"/>
          <ac:grpSpMkLst>
            <pc:docMk/>
            <pc:sldMk cId="1419385167" sldId="266"/>
            <ac:grpSpMk id="29" creationId="{F33A5C41-A8A1-46D8-B62E-4344BCE3ED51}"/>
          </ac:grpSpMkLst>
        </pc:grpChg>
        <pc:grpChg chg="add del mod topLvl">
          <ac:chgData name="" userId="76e769b00277fb27" providerId="LiveId" clId="{87FF5769-43E6-4012-AE57-0B23ED1B38C1}" dt="2023-02-24T12:34:40.889" v="883" actId="478"/>
          <ac:grpSpMkLst>
            <pc:docMk/>
            <pc:sldMk cId="1419385167" sldId="266"/>
            <ac:grpSpMk id="34" creationId="{3D8A987A-505F-4064-BAE4-58AB5447DADF}"/>
          </ac:grpSpMkLst>
        </pc:grpChg>
        <pc:grpChg chg="add del mod topLvl">
          <ac:chgData name="" userId="76e769b00277fb27" providerId="LiveId" clId="{87FF5769-43E6-4012-AE57-0B23ED1B38C1}" dt="2023-02-24T12:35:01.168" v="890" actId="478"/>
          <ac:grpSpMkLst>
            <pc:docMk/>
            <pc:sldMk cId="1419385167" sldId="266"/>
            <ac:grpSpMk id="35" creationId="{576EE07C-E2FE-4218-AFBC-77E506F51A05}"/>
          </ac:grpSpMkLst>
        </pc:grpChg>
        <pc:grpChg chg="add del mod topLvl">
          <ac:chgData name="" userId="76e769b00277fb27" providerId="LiveId" clId="{87FF5769-43E6-4012-AE57-0B23ED1B38C1}" dt="2023-02-24T12:34:59.649" v="889" actId="478"/>
          <ac:grpSpMkLst>
            <pc:docMk/>
            <pc:sldMk cId="1419385167" sldId="266"/>
            <ac:grpSpMk id="36" creationId="{22F4AEEF-5062-4979-894D-A8BD8D5EFFF5}"/>
          </ac:grpSpMkLst>
        </pc:grpChg>
        <pc:grpChg chg="add del mod topLvl">
          <ac:chgData name="" userId="76e769b00277fb27" providerId="LiveId" clId="{87FF5769-43E6-4012-AE57-0B23ED1B38C1}" dt="2023-02-24T12:34:49.495" v="886" actId="478"/>
          <ac:grpSpMkLst>
            <pc:docMk/>
            <pc:sldMk cId="1419385167" sldId="266"/>
            <ac:grpSpMk id="37" creationId="{1D935607-7453-403A-8034-01D6E8522B97}"/>
          </ac:grpSpMkLst>
        </pc:grpChg>
        <pc:grpChg chg="add del mod topLvl">
          <ac:chgData name="" userId="76e769b00277fb27" providerId="LiveId" clId="{87FF5769-43E6-4012-AE57-0B23ED1B38C1}" dt="2023-02-24T12:34:58.402" v="888" actId="478"/>
          <ac:grpSpMkLst>
            <pc:docMk/>
            <pc:sldMk cId="1419385167" sldId="266"/>
            <ac:grpSpMk id="38" creationId="{ACDEC539-AA8C-4349-A645-E337348476B3}"/>
          </ac:grpSpMkLst>
        </pc:grpChg>
        <pc:grpChg chg="add del mod">
          <ac:chgData name="" userId="76e769b00277fb27" providerId="LiveId" clId="{87FF5769-43E6-4012-AE57-0B23ED1B38C1}" dt="2023-02-24T12:35:23.417" v="897" actId="478"/>
          <ac:grpSpMkLst>
            <pc:docMk/>
            <pc:sldMk cId="1419385167" sldId="266"/>
            <ac:grpSpMk id="39" creationId="{4FD25972-D7CC-4CB3-A995-7E6A8761C589}"/>
          </ac:grpSpMkLst>
        </pc:grpChg>
        <pc:grpChg chg="add del mod">
          <ac:chgData name="" userId="76e769b00277fb27" providerId="LiveId" clId="{87FF5769-43E6-4012-AE57-0B23ED1B38C1}" dt="2023-02-24T07:32:22.069" v="632" actId="165"/>
          <ac:grpSpMkLst>
            <pc:docMk/>
            <pc:sldMk cId="1419385167" sldId="266"/>
            <ac:grpSpMk id="43" creationId="{CEB5154F-413F-434B-97D0-770615DDD31C}"/>
          </ac:grpSpMkLst>
        </pc:grpChg>
        <pc:grpChg chg="add del mod">
          <ac:chgData name="" userId="76e769b00277fb27" providerId="LiveId" clId="{87FF5769-43E6-4012-AE57-0B23ED1B38C1}" dt="2023-02-24T12:55:02.861" v="991" actId="478"/>
          <ac:grpSpMkLst>
            <pc:docMk/>
            <pc:sldMk cId="1419385167" sldId="266"/>
            <ac:grpSpMk id="85" creationId="{15DC90EF-5791-4DFC-AE1E-14D4A4E795CA}"/>
          </ac:grpSpMkLst>
        </pc:grpChg>
        <pc:grpChg chg="add del mod">
          <ac:chgData name="" userId="76e769b00277fb27" providerId="LiveId" clId="{87FF5769-43E6-4012-AE57-0B23ED1B38C1}" dt="2023-02-24T13:24:28.019" v="1220" actId="478"/>
          <ac:grpSpMkLst>
            <pc:docMk/>
            <pc:sldMk cId="1419385167" sldId="266"/>
            <ac:grpSpMk id="93" creationId="{FB0256F7-FAD5-4BF4-98AE-AF22C0F1A5C0}"/>
          </ac:grpSpMkLst>
        </pc:grp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1419385167" sldId="266"/>
            <ac:graphicFrameMk id="30" creationId="{525DE665-76A4-43E8-BB5F-3E8452FBE200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1419385167" sldId="266"/>
            <ac:graphicFrameMk id="36" creationId="{0FFB0C50-22DC-4B05-95FF-30746615368A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1419385167" sldId="266"/>
            <ac:graphicFrameMk id="38" creationId="{0EF764CC-5A1C-46BA-BE71-EF16A88AB787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1419385167" sldId="266"/>
            <ac:graphicFrameMk id="40" creationId="{20339325-AE3B-4099-AB30-4B4876D501A9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1419385167" sldId="266"/>
            <ac:graphicFrameMk id="43" creationId="{5BE31D44-9220-46D1-882F-3A86E25A3493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1419385167" sldId="266"/>
            <ac:graphicFrameMk id="44" creationId="{BB2DD82C-7B5D-42C2-8B11-89E154FD72D5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1419385167" sldId="266"/>
            <ac:graphicFrameMk id="46" creationId="{62E94BCE-6031-45A9-8953-60E3ADA80E4C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1419385167" sldId="266"/>
            <ac:graphicFrameMk id="48" creationId="{DAAE12F6-A296-4C95-854A-23B34158233E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1419385167" sldId="266"/>
            <ac:graphicFrameMk id="50" creationId="{0342A3A0-D7AA-4F65-9DC6-1F931B7DFF1F}"/>
          </ac:graphicFrameMkLst>
        </pc:graphicFrameChg>
        <pc:graphicFrameChg chg="add del mod">
          <ac:chgData name="" userId="76e769b00277fb27" providerId="LiveId" clId="{87FF5769-43E6-4012-AE57-0B23ED1B38C1}" dt="2023-02-24T12:33:53.016" v="872" actId="478"/>
          <ac:graphicFrameMkLst>
            <pc:docMk/>
            <pc:sldMk cId="1419385167" sldId="266"/>
            <ac:graphicFrameMk id="54" creationId="{39F405C7-AB81-4119-9201-184F71ED3117}"/>
          </ac:graphicFrameMkLst>
        </pc:graphicFrameChg>
        <pc:graphicFrameChg chg="add del mod">
          <ac:chgData name="" userId="76e769b00277fb27" providerId="LiveId" clId="{87FF5769-43E6-4012-AE57-0B23ED1B38C1}" dt="2023-02-24T08:09:00.176" v="655" actId="478"/>
          <ac:graphicFrameMkLst>
            <pc:docMk/>
            <pc:sldMk cId="1419385167" sldId="266"/>
            <ac:graphicFrameMk id="55" creationId="{BF22A551-8BF2-493D-8364-5CD832DE6E8A}"/>
          </ac:graphicFrameMkLst>
        </pc:graphicFrameChg>
        <pc:graphicFrameChg chg="add del mod">
          <ac:chgData name="" userId="76e769b00277fb27" providerId="LiveId" clId="{87FF5769-43E6-4012-AE57-0B23ED1B38C1}" dt="2023-02-24T08:13:06.945" v="672" actId="478"/>
          <ac:graphicFrameMkLst>
            <pc:docMk/>
            <pc:sldMk cId="1419385167" sldId="266"/>
            <ac:graphicFrameMk id="56" creationId="{A62F0D77-A657-44AA-B00F-D242C691A73A}"/>
          </ac:graphicFrameMkLst>
        </pc:graphicFrameChg>
        <pc:graphicFrameChg chg="add del mod">
          <ac:chgData name="" userId="76e769b00277fb27" providerId="LiveId" clId="{87FF5769-43E6-4012-AE57-0B23ED1B38C1}" dt="2023-02-24T09:00:51.029" v="683" actId="478"/>
          <ac:graphicFrameMkLst>
            <pc:docMk/>
            <pc:sldMk cId="1419385167" sldId="266"/>
            <ac:graphicFrameMk id="57" creationId="{A6D7B935-3B67-4F4A-A728-E04187EAF1BE}"/>
          </ac:graphicFrameMkLst>
        </pc:graphicFrameChg>
        <pc:graphicFrameChg chg="add del mod">
          <ac:chgData name="" userId="76e769b00277fb27" providerId="LiveId" clId="{87FF5769-43E6-4012-AE57-0B23ED1B38C1}" dt="2023-02-25T07:30:03.261" v="1934" actId="478"/>
          <ac:graphicFrameMkLst>
            <pc:docMk/>
            <pc:sldMk cId="1419385167" sldId="266"/>
            <ac:graphicFrameMk id="58" creationId="{E270C34F-55AE-4F52-A1F5-C4DC923144F0}"/>
          </ac:graphicFrameMkLst>
        </pc:graphicFrameChg>
        <pc:graphicFrameChg chg="add del mod">
          <ac:chgData name="" userId="76e769b00277fb27" providerId="LiveId" clId="{87FF5769-43E6-4012-AE57-0B23ED1B38C1}" dt="2023-02-25T07:30:24.596" v="1938" actId="478"/>
          <ac:graphicFrameMkLst>
            <pc:docMk/>
            <pc:sldMk cId="1419385167" sldId="266"/>
            <ac:graphicFrameMk id="59" creationId="{99A939AC-9875-4708-B5BC-19EE81240A9C}"/>
          </ac:graphicFrameMkLst>
        </pc:graphicFrameChg>
        <pc:graphicFrameChg chg="add del mod">
          <ac:chgData name="" userId="76e769b00277fb27" providerId="LiveId" clId="{87FF5769-43E6-4012-AE57-0B23ED1B38C1}" dt="2023-02-25T07:30:47.330" v="1942" actId="478"/>
          <ac:graphicFrameMkLst>
            <pc:docMk/>
            <pc:sldMk cId="1419385167" sldId="266"/>
            <ac:graphicFrameMk id="60" creationId="{BAA33FFC-A38D-4D30-8A6E-1CB2675901EE}"/>
          </ac:graphicFrameMkLst>
        </pc:graphicFrameChg>
        <pc:graphicFrameChg chg="add del mod">
          <ac:chgData name="" userId="76e769b00277fb27" providerId="LiveId" clId="{87FF5769-43E6-4012-AE57-0B23ED1B38C1}" dt="2023-02-24T14:05:50.541" v="1583" actId="478"/>
          <ac:graphicFrameMkLst>
            <pc:docMk/>
            <pc:sldMk cId="1419385167" sldId="266"/>
            <ac:graphicFrameMk id="61" creationId="{735EDCE6-95FC-4EA0-919B-48A7F6001A46}"/>
          </ac:graphicFrameMkLst>
        </pc:graphicFrameChg>
        <pc:graphicFrameChg chg="add del mod">
          <ac:chgData name="" userId="76e769b00277fb27" providerId="LiveId" clId="{87FF5769-43E6-4012-AE57-0B23ED1B38C1}" dt="2023-02-24T14:05:38.653" v="1579" actId="478"/>
          <ac:graphicFrameMkLst>
            <pc:docMk/>
            <pc:sldMk cId="1419385167" sldId="266"/>
            <ac:graphicFrameMk id="62" creationId="{250ACCD2-2471-4824-8D77-513EB2CED370}"/>
          </ac:graphicFrameMkLst>
        </pc:graphicFrameChg>
        <pc:graphicFrameChg chg="add mod ord">
          <ac:chgData name="" userId="76e769b00277fb27" providerId="LiveId" clId="{87FF5769-43E6-4012-AE57-0B23ED1B38C1}" dt="2023-02-27T05:58:51.568" v="3105" actId="164"/>
          <ac:graphicFrameMkLst>
            <pc:docMk/>
            <pc:sldMk cId="1419385167" sldId="266"/>
            <ac:graphicFrameMk id="63" creationId="{6CF5542E-81C9-401B-B7D1-950B3364B28F}"/>
          </ac:graphicFrameMkLst>
        </pc:graphicFrameChg>
        <pc:graphicFrameChg chg="add mod">
          <ac:chgData name="" userId="76e769b00277fb27" providerId="LiveId" clId="{87FF5769-43E6-4012-AE57-0B23ED1B38C1}" dt="2023-02-27T05:58:51.568" v="3105" actId="164"/>
          <ac:graphicFrameMkLst>
            <pc:docMk/>
            <pc:sldMk cId="1419385167" sldId="266"/>
            <ac:graphicFrameMk id="86" creationId="{31EBA3F6-7EA7-4FC8-8735-B486C04B6F00}"/>
          </ac:graphicFrameMkLst>
        </pc:graphicFrameChg>
        <pc:graphicFrameChg chg="add del mod">
          <ac:chgData name="" userId="76e769b00277fb27" providerId="LiveId" clId="{87FF5769-43E6-4012-AE57-0B23ED1B38C1}" dt="2023-02-24T13:24:24.677" v="1219" actId="478"/>
          <ac:graphicFrameMkLst>
            <pc:docMk/>
            <pc:sldMk cId="1419385167" sldId="266"/>
            <ac:graphicFrameMk id="133" creationId="{28913CA8-F952-4668-B31F-1C329268E70B}"/>
          </ac:graphicFrameMkLst>
        </pc:graphicFrameChg>
        <pc:graphicFrameChg chg="add mod">
          <ac:chgData name="" userId="76e769b00277fb27" providerId="LiveId" clId="{87FF5769-43E6-4012-AE57-0B23ED1B38C1}" dt="2023-02-27T05:58:51.568" v="3105" actId="164"/>
          <ac:graphicFrameMkLst>
            <pc:docMk/>
            <pc:sldMk cId="1419385167" sldId="266"/>
            <ac:graphicFrameMk id="134" creationId="{987F355F-770A-4B45-AFBA-B107C52A322B}"/>
          </ac:graphicFrameMkLst>
        </pc:graphicFrameChg>
        <pc:graphicFrameChg chg="add mod">
          <ac:chgData name="" userId="76e769b00277fb27" providerId="LiveId" clId="{87FF5769-43E6-4012-AE57-0B23ED1B38C1}" dt="2023-02-27T05:58:51.568" v="3105" actId="164"/>
          <ac:graphicFrameMkLst>
            <pc:docMk/>
            <pc:sldMk cId="1419385167" sldId="266"/>
            <ac:graphicFrameMk id="138" creationId="{CC7C52DE-357A-47A0-B0BD-553A6EC28075}"/>
          </ac:graphicFrameMkLst>
        </pc:graphicFrameChg>
        <pc:graphicFrameChg chg="add del">
          <ac:chgData name="" userId="76e769b00277fb27" providerId="LiveId" clId="{87FF5769-43E6-4012-AE57-0B23ED1B38C1}" dt="2023-02-25T07:28:05.371" v="1920" actId="478"/>
          <ac:graphicFrameMkLst>
            <pc:docMk/>
            <pc:sldMk cId="1419385167" sldId="266"/>
            <ac:graphicFrameMk id="160" creationId="{055BD85B-FFDE-43EE-BAD5-167926329AA0}"/>
          </ac:graphicFrameMkLst>
        </pc:graphicFrameChg>
        <pc:graphicFrameChg chg="add del">
          <ac:chgData name="" userId="76e769b00277fb27" providerId="LiveId" clId="{87FF5769-43E6-4012-AE57-0B23ED1B38C1}" dt="2023-02-25T07:30:37.409" v="1940" actId="478"/>
          <ac:graphicFrameMkLst>
            <pc:docMk/>
            <pc:sldMk cId="1419385167" sldId="266"/>
            <ac:graphicFrameMk id="163" creationId="{57B99FEA-9DD0-4201-8055-DA3ACAC3FC23}"/>
          </ac:graphicFrameMkLst>
        </pc:graphicFrameChg>
        <pc:graphicFrameChg chg="add mod">
          <ac:chgData name="" userId="76e769b00277fb27" providerId="LiveId" clId="{87FF5769-43E6-4012-AE57-0B23ED1B38C1}" dt="2023-02-27T05:58:51.568" v="3105" actId="164"/>
          <ac:graphicFrameMkLst>
            <pc:docMk/>
            <pc:sldMk cId="1419385167" sldId="266"/>
            <ac:graphicFrameMk id="174" creationId="{92420AA6-AF7D-49B4-A6F7-0CEB9643B443}"/>
          </ac:graphicFrameMkLst>
        </pc:graphicFrameChg>
        <pc:graphicFrameChg chg="add mod">
          <ac:chgData name="" userId="76e769b00277fb27" providerId="LiveId" clId="{87FF5769-43E6-4012-AE57-0B23ED1B38C1}" dt="2023-02-27T05:58:51.568" v="3105" actId="164"/>
          <ac:graphicFrameMkLst>
            <pc:docMk/>
            <pc:sldMk cId="1419385167" sldId="266"/>
            <ac:graphicFrameMk id="175" creationId="{81EB348F-100B-4985-A2B5-80D6EB88AFFA}"/>
          </ac:graphicFrameMkLst>
        </pc:graphicFrameChg>
        <pc:graphicFrameChg chg="add mod">
          <ac:chgData name="" userId="76e769b00277fb27" providerId="LiveId" clId="{87FF5769-43E6-4012-AE57-0B23ED1B38C1}" dt="2023-02-27T05:58:51.568" v="3105" actId="164"/>
          <ac:graphicFrameMkLst>
            <pc:docMk/>
            <pc:sldMk cId="1419385167" sldId="266"/>
            <ac:graphicFrameMk id="176" creationId="{E1647CF1-15A8-4F2A-A11C-ADF63A95C78B}"/>
          </ac:graphicFrameMkLst>
        </pc:graphicFrameChg>
        <pc:graphicFrameChg chg="add mod">
          <ac:chgData name="" userId="76e769b00277fb27" providerId="LiveId" clId="{87FF5769-43E6-4012-AE57-0B23ED1B38C1}" dt="2023-02-27T05:58:51.568" v="3105" actId="164"/>
          <ac:graphicFrameMkLst>
            <pc:docMk/>
            <pc:sldMk cId="1419385167" sldId="266"/>
            <ac:graphicFrameMk id="177" creationId="{4E54E1F7-DFEA-49E5-926B-381349DBA138}"/>
          </ac:graphicFrameMkLst>
        </pc:graphicFrameChg>
        <pc:graphicFrameChg chg="add mod">
          <ac:chgData name="" userId="76e769b00277fb27" providerId="LiveId" clId="{87FF5769-43E6-4012-AE57-0B23ED1B38C1}" dt="2023-02-27T05:58:51.568" v="3105" actId="164"/>
          <ac:graphicFrameMkLst>
            <pc:docMk/>
            <pc:sldMk cId="1419385167" sldId="266"/>
            <ac:graphicFrameMk id="178" creationId="{9179FAB8-9A39-49FF-965A-8F562E230033}"/>
          </ac:graphicFrameMkLst>
        </pc:graphicFrameChg>
        <pc:graphicFrameChg chg="add del mod">
          <ac:chgData name="" userId="76e769b00277fb27" providerId="LiveId" clId="{87FF5769-43E6-4012-AE57-0B23ED1B38C1}" dt="2023-02-25T07:27:45.273" v="1918"/>
          <ac:graphicFrameMkLst>
            <pc:docMk/>
            <pc:sldMk cId="1419385167" sldId="266"/>
            <ac:graphicFrameMk id="179" creationId="{D73657A0-44C8-4E53-9BAF-638E8183FFF4}"/>
          </ac:graphicFrameMkLst>
        </pc:graphicFrameChg>
        <pc:picChg chg="add del mod">
          <ac:chgData name="" userId="76e769b00277fb27" providerId="LiveId" clId="{87FF5769-43E6-4012-AE57-0B23ED1B38C1}" dt="2023-02-24T06:59:23.696" v="514" actId="478"/>
          <ac:picMkLst>
            <pc:docMk/>
            <pc:sldMk cId="1419385167" sldId="266"/>
            <ac:picMk id="4" creationId="{CC390A5F-32DF-4B7B-97D3-2BAA704C2ADF}"/>
          </ac:picMkLst>
        </pc:picChg>
        <pc:picChg chg="add mod">
          <ac:chgData name="" userId="76e769b00277fb27" providerId="LiveId" clId="{87FF5769-43E6-4012-AE57-0B23ED1B38C1}" dt="2023-03-06T05:09:53.089" v="5503"/>
          <ac:picMkLst>
            <pc:docMk/>
            <pc:sldMk cId="1419385167" sldId="266"/>
            <ac:picMk id="6" creationId="{E9D2A135-4A48-4F50-ABCC-8672E8C0A976}"/>
          </ac:picMkLst>
        </pc:picChg>
        <pc:picChg chg="add del mod">
          <ac:chgData name="" userId="76e769b00277fb27" providerId="LiveId" clId="{87FF5769-43E6-4012-AE57-0B23ED1B38C1}" dt="2023-02-27T05:56:27.086" v="2993" actId="478"/>
          <ac:picMkLst>
            <pc:docMk/>
            <pc:sldMk cId="1419385167" sldId="266"/>
            <ac:picMk id="8" creationId="{44ED6387-FA62-4DB0-A204-D970B1D09374}"/>
          </ac:picMkLst>
        </pc:picChg>
        <pc:picChg chg="add del mod">
          <ac:chgData name="" userId="76e769b00277fb27" providerId="LiveId" clId="{87FF5769-43E6-4012-AE57-0B23ED1B38C1}" dt="2023-02-24T13:13:03.597" v="1143" actId="478"/>
          <ac:picMkLst>
            <pc:docMk/>
            <pc:sldMk cId="1419385167" sldId="266"/>
            <ac:picMk id="132" creationId="{F53F5B42-266A-4953-92EF-2005F3053BD7}"/>
          </ac:picMkLst>
        </pc:pic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1419385167" sldId="266"/>
            <ac:cxnSpMk id="31" creationId="{B3797209-9D22-464B-8BD3-C237790590CC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1419385167" sldId="266"/>
            <ac:cxnSpMk id="32" creationId="{02920588-6341-4488-BFFC-72FF2FE161E6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1419385167" sldId="266"/>
            <ac:cxnSpMk id="33" creationId="{EB05F95E-7AF9-4A7C-91BF-AC42BD3AA040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1419385167" sldId="266"/>
            <ac:cxnSpMk id="34" creationId="{656038EC-F8A4-48CA-A792-C9609BA30B3E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1419385167" sldId="266"/>
            <ac:cxnSpMk id="35" creationId="{E3EC6866-86E8-43F1-A84B-765272086520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1419385167" sldId="266"/>
            <ac:cxnSpMk id="37" creationId="{E50A084F-7BA4-4E96-BF6C-CD26E80C488D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1419385167" sldId="266"/>
            <ac:cxnSpMk id="39" creationId="{34B61FE8-50E9-4335-B44B-64DD2361FC01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1419385167" sldId="266"/>
            <ac:cxnSpMk id="41" creationId="{ADAAD0E2-9AF4-4DFB-BD5F-D20C9C11B4E5}"/>
          </ac:cxnSpMkLst>
        </pc:cxnChg>
        <pc:cxnChg chg="add mod">
          <ac:chgData name="" userId="76e769b00277fb27" providerId="LiveId" clId="{87FF5769-43E6-4012-AE57-0B23ED1B38C1}" dt="2023-02-27T05:58:51.568" v="3105" actId="164"/>
          <ac:cxnSpMkLst>
            <pc:docMk/>
            <pc:sldMk cId="1419385167" sldId="266"/>
            <ac:cxnSpMk id="45" creationId="{8CD48527-08BD-4230-94B6-6B53246C683A}"/>
          </ac:cxnSpMkLst>
        </pc:cxnChg>
        <pc:cxnChg chg="add mod">
          <ac:chgData name="" userId="76e769b00277fb27" providerId="LiveId" clId="{87FF5769-43E6-4012-AE57-0B23ED1B38C1}" dt="2023-02-27T05:58:51.568" v="3105" actId="164"/>
          <ac:cxnSpMkLst>
            <pc:docMk/>
            <pc:sldMk cId="1419385167" sldId="266"/>
            <ac:cxnSpMk id="47" creationId="{9B6A20E3-D338-4888-A67D-1FA989B91AD5}"/>
          </ac:cxnSpMkLst>
        </pc:cxnChg>
        <pc:cxnChg chg="add mod">
          <ac:chgData name="" userId="76e769b00277fb27" providerId="LiveId" clId="{87FF5769-43E6-4012-AE57-0B23ED1B38C1}" dt="2023-02-27T05:58:51.568" v="3105" actId="164"/>
          <ac:cxnSpMkLst>
            <pc:docMk/>
            <pc:sldMk cId="1419385167" sldId="266"/>
            <ac:cxnSpMk id="49" creationId="{E042FBDD-6799-4A74-87C2-78F827E92908}"/>
          </ac:cxnSpMkLst>
        </pc:cxnChg>
        <pc:cxnChg chg="add mod">
          <ac:chgData name="" userId="76e769b00277fb27" providerId="LiveId" clId="{87FF5769-43E6-4012-AE57-0B23ED1B38C1}" dt="2023-02-27T05:58:51.568" v="3105" actId="164"/>
          <ac:cxnSpMkLst>
            <pc:docMk/>
            <pc:sldMk cId="1419385167" sldId="266"/>
            <ac:cxnSpMk id="51" creationId="{87B72396-6252-47EB-B144-E3AED3105589}"/>
          </ac:cxnSpMkLst>
        </pc:cxnChg>
        <pc:cxnChg chg="add mod">
          <ac:chgData name="" userId="76e769b00277fb27" providerId="LiveId" clId="{87FF5769-43E6-4012-AE57-0B23ED1B38C1}" dt="2023-02-27T05:58:51.568" v="3105" actId="164"/>
          <ac:cxnSpMkLst>
            <pc:docMk/>
            <pc:sldMk cId="1419385167" sldId="266"/>
            <ac:cxnSpMk id="53" creationId="{AF9EFD6E-1612-41FA-A40D-6759B748EDC0}"/>
          </ac:cxnSpMkLst>
        </pc:cxnChg>
        <pc:cxnChg chg="add mod">
          <ac:chgData name="" userId="76e769b00277fb27" providerId="LiveId" clId="{87FF5769-43E6-4012-AE57-0B23ED1B38C1}" dt="2023-02-27T05:58:51.568" v="3105" actId="164"/>
          <ac:cxnSpMkLst>
            <pc:docMk/>
            <pc:sldMk cId="1419385167" sldId="266"/>
            <ac:cxnSpMk id="87" creationId="{4C56807D-3FBE-4728-9421-786A5E5A4168}"/>
          </ac:cxnSpMkLst>
        </pc:cxnChg>
        <pc:cxnChg chg="add del mod">
          <ac:chgData name="" userId="76e769b00277fb27" providerId="LiveId" clId="{87FF5769-43E6-4012-AE57-0B23ED1B38C1}" dt="2023-02-24T13:04:52.495" v="1076" actId="478"/>
          <ac:cxnSpMkLst>
            <pc:docMk/>
            <pc:sldMk cId="1419385167" sldId="266"/>
            <ac:cxnSpMk id="95" creationId="{296179EE-5833-47A3-AAE0-DD335B96E764}"/>
          </ac:cxnSpMkLst>
        </pc:cxnChg>
        <pc:cxnChg chg="add mod">
          <ac:chgData name="" userId="76e769b00277fb27" providerId="LiveId" clId="{87FF5769-43E6-4012-AE57-0B23ED1B38C1}" dt="2023-02-27T05:58:51.568" v="3105" actId="164"/>
          <ac:cxnSpMkLst>
            <pc:docMk/>
            <pc:sldMk cId="1419385167" sldId="266"/>
            <ac:cxnSpMk id="135" creationId="{3FA7C4F5-B53B-4BE3-8141-B592A977ADAB}"/>
          </ac:cxnSpMkLst>
        </pc:cxnChg>
        <pc:cxnChg chg="add mod">
          <ac:chgData name="" userId="76e769b00277fb27" providerId="LiveId" clId="{87FF5769-43E6-4012-AE57-0B23ED1B38C1}" dt="2023-02-27T05:58:51.568" v="3105" actId="164"/>
          <ac:cxnSpMkLst>
            <pc:docMk/>
            <pc:sldMk cId="1419385167" sldId="266"/>
            <ac:cxnSpMk id="139" creationId="{65F7AE5E-CABD-46A3-B985-84BE46CA01FC}"/>
          </ac:cxnSpMkLst>
        </pc:cxnChg>
      </pc:sldChg>
      <pc:sldChg chg="addSp delSp modSp add">
        <pc:chgData name="" userId="76e769b00277fb27" providerId="LiveId" clId="{87FF5769-43E6-4012-AE57-0B23ED1B38C1}" dt="2023-03-06T05:09:53.089" v="5503"/>
        <pc:sldMkLst>
          <pc:docMk/>
          <pc:sldMk cId="2087621007" sldId="267"/>
        </pc:sldMkLst>
        <pc:spChg chg="del">
          <ac:chgData name="" userId="76e769b00277fb27" providerId="LiveId" clId="{87FF5769-43E6-4012-AE57-0B23ED1B38C1}" dt="2023-02-24T12:02:28.754" v="816" actId="478"/>
          <ac:spMkLst>
            <pc:docMk/>
            <pc:sldMk cId="2087621007" sldId="267"/>
            <ac:spMk id="2" creationId="{22AF75CD-5911-4330-911E-B520F9FC682F}"/>
          </ac:spMkLst>
        </pc:spChg>
        <pc:spChg chg="del">
          <ac:chgData name="" userId="76e769b00277fb27" providerId="LiveId" clId="{87FF5769-43E6-4012-AE57-0B23ED1B38C1}" dt="2023-02-24T12:02:28.754" v="816" actId="478"/>
          <ac:spMkLst>
            <pc:docMk/>
            <pc:sldMk cId="2087621007" sldId="267"/>
            <ac:spMk id="3" creationId="{012C3493-8FAB-48F6-A311-63EF7191C571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087621007" sldId="267"/>
            <ac:spMk id="5" creationId="{79DE92E0-EB22-437F-8AEC-B8E35EEB49D5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087621007" sldId="267"/>
            <ac:spMk id="7" creationId="{242018DA-AB51-4FD1-824E-5742C6D4A307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087621007" sldId="267"/>
            <ac:spMk id="10" creationId="{4A48AF95-FB51-4C03-B35C-644CED466123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087621007" sldId="267"/>
            <ac:spMk id="12" creationId="{C887EB5B-8EC0-4F01-AD04-35603980816B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087621007" sldId="267"/>
            <ac:spMk id="14" creationId="{2CDBD1F6-E7F7-442D-9B72-A176BE7C6436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087621007" sldId="267"/>
            <ac:spMk id="17" creationId="{42F4BA95-0F0D-4552-AAFB-567C9F93E2EB}"/>
          </ac:spMkLst>
        </pc:sp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087621007" sldId="267"/>
            <ac:graphicFrameMk id="4" creationId="{EE0FE702-A95D-4B6E-A90B-0A4F153AE29A}"/>
          </ac:graphicFrameMkLst>
        </pc:graphicFrameChg>
        <pc:graphicFrameChg chg="add del mod">
          <ac:chgData name="" userId="76e769b00277fb27" providerId="LiveId" clId="{87FF5769-43E6-4012-AE57-0B23ED1B38C1}" dt="2023-02-24T12:33:12.500" v="869" actId="478"/>
          <ac:graphicFrameMkLst>
            <pc:docMk/>
            <pc:sldMk cId="2087621007" sldId="267"/>
            <ac:graphicFrameMk id="6" creationId="{3E6FC493-E182-4B4D-8BF4-8C9894A09EBC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087621007" sldId="267"/>
            <ac:graphicFrameMk id="8" creationId="{5CED52A3-3C4D-47BA-8AD7-9C59350E04F9}"/>
          </ac:graphicFrameMkLst>
        </pc:graphicFrameChg>
        <pc:graphicFrameChg chg="add del mod">
          <ac:chgData name="" userId="76e769b00277fb27" providerId="LiveId" clId="{87FF5769-43E6-4012-AE57-0B23ED1B38C1}" dt="2023-02-24T12:53:33.015" v="969" actId="478"/>
          <ac:graphicFrameMkLst>
            <pc:docMk/>
            <pc:sldMk cId="2087621007" sldId="267"/>
            <ac:graphicFrameMk id="9" creationId="{E097BF3A-4555-4309-87E2-32429B52D35E}"/>
          </ac:graphicFrameMkLst>
        </pc:graphicFrameChg>
        <pc:graphicFrameChg chg="add del mod">
          <ac:chgData name="" userId="76e769b00277fb27" providerId="LiveId" clId="{87FF5769-43E6-4012-AE57-0B23ED1B38C1}" dt="2023-02-24T12:53:56.807" v="980" actId="478"/>
          <ac:graphicFrameMkLst>
            <pc:docMk/>
            <pc:sldMk cId="2087621007" sldId="267"/>
            <ac:graphicFrameMk id="11" creationId="{723E0732-E4AE-421C-947A-9A37390C177C}"/>
          </ac:graphicFrameMkLst>
        </pc:graphicFrameChg>
        <pc:graphicFrameChg chg="add del mod">
          <ac:chgData name="" userId="76e769b00277fb27" providerId="LiveId" clId="{87FF5769-43E6-4012-AE57-0B23ED1B38C1}" dt="2023-02-24T12:56:01.174" v="1016" actId="478"/>
          <ac:graphicFrameMkLst>
            <pc:docMk/>
            <pc:sldMk cId="2087621007" sldId="267"/>
            <ac:graphicFrameMk id="12" creationId="{97CA1086-7322-42C5-8890-20423B13FE79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087621007" sldId="267"/>
            <ac:graphicFrameMk id="13" creationId="{F486F618-3D0E-4CD4-82D8-F320DBEEA1B9}"/>
          </ac:graphicFrameMkLst>
        </pc:graphicFrameChg>
        <pc:graphicFrameChg chg="add del mod">
          <ac:chgData name="" userId="76e769b00277fb27" providerId="LiveId" clId="{87FF5769-43E6-4012-AE57-0B23ED1B38C1}" dt="2023-02-24T13:23:53.009" v="1215" actId="478"/>
          <ac:graphicFrameMkLst>
            <pc:docMk/>
            <pc:sldMk cId="2087621007" sldId="267"/>
            <ac:graphicFrameMk id="15" creationId="{52C34E3E-5D15-43C2-B952-FFA5A2E8A021}"/>
          </ac:graphicFrameMkLst>
        </pc:graphicFrameChg>
        <pc:graphicFrameChg chg="add del mod">
          <ac:chgData name="" userId="76e769b00277fb27" providerId="LiveId" clId="{87FF5769-43E6-4012-AE57-0B23ED1B38C1}" dt="2023-02-27T06:56:45.225" v="3810" actId="478"/>
          <ac:graphicFrameMkLst>
            <pc:docMk/>
            <pc:sldMk cId="2087621007" sldId="267"/>
            <ac:graphicFrameMk id="15" creationId="{ED04B6CC-A3A2-4CDD-BB30-A4AABAC43DDA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087621007" sldId="267"/>
            <ac:graphicFrameMk id="16" creationId="{BE456146-9BE1-4918-9890-D8DB1E3FA3B2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087621007" sldId="267"/>
            <ac:graphicFrameMk id="18" creationId="{FD9D297F-37A3-4D60-96FC-DF78C2D447CE}"/>
          </ac:graphicFrameMkLst>
        </pc:graphicFrameChg>
        <pc:graphicFrameChg chg="add mod">
          <ac:chgData name="" userId="76e769b00277fb27" providerId="LiveId" clId="{87FF5769-43E6-4012-AE57-0B23ED1B38C1}" dt="2023-02-24T14:00:27.484" v="1552"/>
          <ac:graphicFrameMkLst>
            <pc:docMk/>
            <pc:sldMk cId="2087621007" sldId="267"/>
            <ac:graphicFrameMk id="19" creationId="{0153E95F-078B-44F5-A019-04C06B1DBD9B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087621007" sldId="267"/>
            <ac:graphicFrameMk id="19" creationId="{B2C4491D-5944-4BE0-A8B6-E904CA28D379}"/>
          </ac:graphicFrameMkLst>
        </pc:graphicFrameChg>
      </pc:sldChg>
      <pc:sldChg chg="addSp delSp modSp add">
        <pc:chgData name="" userId="76e769b00277fb27" providerId="LiveId" clId="{87FF5769-43E6-4012-AE57-0B23ED1B38C1}" dt="2023-03-06T05:09:53.089" v="5503"/>
        <pc:sldMkLst>
          <pc:docMk/>
          <pc:sldMk cId="2121126948" sldId="268"/>
        </pc:sldMkLst>
        <pc:spChg chg="add mod">
          <ac:chgData name="" userId="76e769b00277fb27" providerId="LiveId" clId="{87FF5769-43E6-4012-AE57-0B23ED1B38C1}" dt="2023-02-27T04:35:00.267" v="2540" actId="164"/>
          <ac:spMkLst>
            <pc:docMk/>
            <pc:sldMk cId="2121126948" sldId="268"/>
            <ac:spMk id="3" creationId="{4B6C13FA-26B9-4D46-B1D1-C9C5D0A04903}"/>
          </ac:spMkLst>
        </pc:spChg>
        <pc:spChg chg="add del mod">
          <ac:chgData name="" userId="76e769b00277fb27" providerId="LiveId" clId="{87FF5769-43E6-4012-AE57-0B23ED1B38C1}" dt="2023-02-25T08:01:56.832" v="2024" actId="478"/>
          <ac:spMkLst>
            <pc:docMk/>
            <pc:sldMk cId="2121126948" sldId="268"/>
            <ac:spMk id="5" creationId="{4CA63A2F-810D-43AB-A0CC-BFDE8F6465C0}"/>
          </ac:spMkLst>
        </pc:spChg>
        <pc:spChg chg="add del mod">
          <ac:chgData name="" userId="76e769b00277fb27" providerId="LiveId" clId="{87FF5769-43E6-4012-AE57-0B23ED1B38C1}" dt="2023-02-25T07:34:03.429" v="1961" actId="478"/>
          <ac:spMkLst>
            <pc:docMk/>
            <pc:sldMk cId="2121126948" sldId="268"/>
            <ac:spMk id="7" creationId="{95579541-60C2-4520-B61A-34D1027D0528}"/>
          </ac:spMkLst>
        </pc:spChg>
        <pc:spChg chg="add del mod">
          <ac:chgData name="" userId="76e769b00277fb27" providerId="LiveId" clId="{87FF5769-43E6-4012-AE57-0B23ED1B38C1}" dt="2023-02-25T07:34:03.429" v="1961" actId="478"/>
          <ac:spMkLst>
            <pc:docMk/>
            <pc:sldMk cId="2121126948" sldId="268"/>
            <ac:spMk id="9" creationId="{0BF203CB-7252-4173-AD4B-D402A632A822}"/>
          </ac:spMkLst>
        </pc:spChg>
        <pc:spChg chg="add del mod">
          <ac:chgData name="" userId="76e769b00277fb27" providerId="LiveId" clId="{87FF5769-43E6-4012-AE57-0B23ED1B38C1}" dt="2023-02-25T07:34:03.429" v="1961" actId="478"/>
          <ac:spMkLst>
            <pc:docMk/>
            <pc:sldMk cId="2121126948" sldId="268"/>
            <ac:spMk id="10" creationId="{8ED522A8-8EF0-43C7-8773-745BDFEE60C4}"/>
          </ac:spMkLst>
        </pc:spChg>
        <pc:spChg chg="add del mod">
          <ac:chgData name="" userId="76e769b00277fb27" providerId="LiveId" clId="{87FF5769-43E6-4012-AE57-0B23ED1B38C1}" dt="2023-02-25T07:34:03.429" v="1961" actId="478"/>
          <ac:spMkLst>
            <pc:docMk/>
            <pc:sldMk cId="2121126948" sldId="268"/>
            <ac:spMk id="11" creationId="{ED365FC8-E7A6-48F7-86CF-FFCC30974214}"/>
          </ac:spMkLst>
        </pc:spChg>
        <pc:spChg chg="add del mod">
          <ac:chgData name="" userId="76e769b00277fb27" providerId="LiveId" clId="{87FF5769-43E6-4012-AE57-0B23ED1B38C1}" dt="2023-02-25T07:34:03.429" v="1961" actId="478"/>
          <ac:spMkLst>
            <pc:docMk/>
            <pc:sldMk cId="2121126948" sldId="268"/>
            <ac:spMk id="12" creationId="{0F480379-9499-429A-8C21-846377BE3D6A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8" creationId="{39FE4048-F26E-4D5B-AA6E-D918DB146B05}"/>
          </ac:spMkLst>
        </pc:spChg>
        <pc:spChg chg="add del mod">
          <ac:chgData name="" userId="76e769b00277fb27" providerId="LiveId" clId="{87FF5769-43E6-4012-AE57-0B23ED1B38C1}" dt="2023-02-27T04:32:13.809" v="2516" actId="478"/>
          <ac:spMkLst>
            <pc:docMk/>
            <pc:sldMk cId="2121126948" sldId="268"/>
            <ac:spMk id="31" creationId="{D1A5D063-2D62-4AD6-9AF7-EF7917CE2612}"/>
          </ac:spMkLst>
        </pc:spChg>
        <pc:spChg chg="add del mod">
          <ac:chgData name="" userId="76e769b00277fb27" providerId="LiveId" clId="{87FF5769-43E6-4012-AE57-0B23ED1B38C1}" dt="2023-02-27T04:32:26.004" v="2519" actId="478"/>
          <ac:spMkLst>
            <pc:docMk/>
            <pc:sldMk cId="2121126948" sldId="268"/>
            <ac:spMk id="32" creationId="{A23F2E66-C719-4987-A484-1D253522A865}"/>
          </ac:spMkLst>
        </pc:spChg>
        <pc:spChg chg="add mod">
          <ac:chgData name="" userId="76e769b00277fb27" providerId="LiveId" clId="{87FF5769-43E6-4012-AE57-0B23ED1B38C1}" dt="2023-02-27T04:35:00.267" v="2540" actId="164"/>
          <ac:spMkLst>
            <pc:docMk/>
            <pc:sldMk cId="2121126948" sldId="268"/>
            <ac:spMk id="33" creationId="{CA7DAEF9-F3B4-47A3-9301-345DF516310E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34" creationId="{094FE498-2243-4183-A258-B36A97FFDA4E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35" creationId="{80674B05-CB5A-45E8-BD97-1DC6C88046D0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36" creationId="{8ABB9639-FFE0-47FD-903D-3BE504583C86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37" creationId="{C6BC47E2-B167-4A74-B692-041E3B6EBA57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38" creationId="{AD3033E6-CE20-4E2F-B123-0125B5665F06}"/>
          </ac:spMkLst>
        </pc:spChg>
        <pc:spChg chg="add mod">
          <ac:chgData name="" userId="76e769b00277fb27" providerId="LiveId" clId="{87FF5769-43E6-4012-AE57-0B23ED1B38C1}" dt="2023-02-27T04:35:00.267" v="2540" actId="164"/>
          <ac:spMkLst>
            <pc:docMk/>
            <pc:sldMk cId="2121126948" sldId="268"/>
            <ac:spMk id="44" creationId="{A4FF2A26-15A0-4078-89B8-B9054E0D2E57}"/>
          </ac:spMkLst>
        </pc:spChg>
        <pc:spChg chg="add mod">
          <ac:chgData name="" userId="76e769b00277fb27" providerId="LiveId" clId="{87FF5769-43E6-4012-AE57-0B23ED1B38C1}" dt="2023-02-27T04:35:00.267" v="2540" actId="164"/>
          <ac:spMkLst>
            <pc:docMk/>
            <pc:sldMk cId="2121126948" sldId="268"/>
            <ac:spMk id="46" creationId="{CDC711FA-AB1B-4397-8572-5ADD0226482F}"/>
          </ac:spMkLst>
        </pc:spChg>
        <pc:spChg chg="add mod">
          <ac:chgData name="" userId="76e769b00277fb27" providerId="LiveId" clId="{87FF5769-43E6-4012-AE57-0B23ED1B38C1}" dt="2023-02-27T04:35:00.267" v="2540" actId="164"/>
          <ac:spMkLst>
            <pc:docMk/>
            <pc:sldMk cId="2121126948" sldId="268"/>
            <ac:spMk id="48" creationId="{26512BC3-C43C-48F3-B082-DA05B442635C}"/>
          </ac:spMkLst>
        </pc:spChg>
        <pc:spChg chg="add mod">
          <ac:chgData name="" userId="76e769b00277fb27" providerId="LiveId" clId="{87FF5769-43E6-4012-AE57-0B23ED1B38C1}" dt="2023-02-27T04:35:00.267" v="2540" actId="164"/>
          <ac:spMkLst>
            <pc:docMk/>
            <pc:sldMk cId="2121126948" sldId="268"/>
            <ac:spMk id="50" creationId="{85239E16-6FFC-4B91-8A32-D6FA2AD1599E}"/>
          </ac:spMkLst>
        </pc:spChg>
        <pc:spChg chg="add mod">
          <ac:chgData name="" userId="76e769b00277fb27" providerId="LiveId" clId="{87FF5769-43E6-4012-AE57-0B23ED1B38C1}" dt="2023-02-27T04:35:00.267" v="2540" actId="164"/>
          <ac:spMkLst>
            <pc:docMk/>
            <pc:sldMk cId="2121126948" sldId="268"/>
            <ac:spMk id="52" creationId="{26671335-60D1-4A3D-B286-A44FEF990698}"/>
          </ac:spMkLst>
        </pc:spChg>
        <pc:spChg chg="add mod">
          <ac:chgData name="" userId="76e769b00277fb27" providerId="LiveId" clId="{87FF5769-43E6-4012-AE57-0B23ED1B38C1}" dt="2023-02-27T04:35:00.267" v="2540" actId="164"/>
          <ac:spMkLst>
            <pc:docMk/>
            <pc:sldMk cId="2121126948" sldId="268"/>
            <ac:spMk id="54" creationId="{3EF24DEF-B15D-4CAD-BD97-7DFBB09DB544}"/>
          </ac:spMkLst>
        </pc:spChg>
        <pc:spChg chg="add del">
          <ac:chgData name="" userId="76e769b00277fb27" providerId="LiveId" clId="{87FF5769-43E6-4012-AE57-0B23ED1B38C1}" dt="2023-02-27T05:56:02.261" v="2990"/>
          <ac:spMkLst>
            <pc:docMk/>
            <pc:sldMk cId="2121126948" sldId="268"/>
            <ac:spMk id="55" creationId="{93F4A7B9-A2B6-4E34-9244-1762C5A75CB5}"/>
          </ac:spMkLst>
        </pc:spChg>
        <pc:spChg chg="add del">
          <ac:chgData name="" userId="76e769b00277fb27" providerId="LiveId" clId="{87FF5769-43E6-4012-AE57-0B23ED1B38C1}" dt="2023-02-27T05:56:02.261" v="2990"/>
          <ac:spMkLst>
            <pc:docMk/>
            <pc:sldMk cId="2121126948" sldId="268"/>
            <ac:spMk id="68" creationId="{D5D684C9-7A91-484E-8E37-3BA384384C77}"/>
          </ac:spMkLst>
        </pc:spChg>
        <pc:spChg chg="add del">
          <ac:chgData name="" userId="76e769b00277fb27" providerId="LiveId" clId="{87FF5769-43E6-4012-AE57-0B23ED1B38C1}" dt="2023-02-27T05:56:02.261" v="2990"/>
          <ac:spMkLst>
            <pc:docMk/>
            <pc:sldMk cId="2121126948" sldId="268"/>
            <ac:spMk id="70" creationId="{C3D4238A-ECBC-41FD-929F-DED3A003FFBA}"/>
          </ac:spMkLst>
        </pc:spChg>
        <pc:spChg chg="add del">
          <ac:chgData name="" userId="76e769b00277fb27" providerId="LiveId" clId="{87FF5769-43E6-4012-AE57-0B23ED1B38C1}" dt="2023-02-27T05:56:02.261" v="2990"/>
          <ac:spMkLst>
            <pc:docMk/>
            <pc:sldMk cId="2121126948" sldId="268"/>
            <ac:spMk id="71" creationId="{D2ECCC8D-46AB-4C18-A50B-0A9A88C2761C}"/>
          </ac:spMkLst>
        </pc:spChg>
        <pc:spChg chg="add del">
          <ac:chgData name="" userId="76e769b00277fb27" providerId="LiveId" clId="{87FF5769-43E6-4012-AE57-0B23ED1B38C1}" dt="2023-02-27T05:56:02.261" v="2990"/>
          <ac:spMkLst>
            <pc:docMk/>
            <pc:sldMk cId="2121126948" sldId="268"/>
            <ac:spMk id="72" creationId="{342E78E0-A9DE-4137-9E7A-01332B875486}"/>
          </ac:spMkLst>
        </pc:spChg>
        <pc:spChg chg="add del">
          <ac:chgData name="" userId="76e769b00277fb27" providerId="LiveId" clId="{87FF5769-43E6-4012-AE57-0B23ED1B38C1}" dt="2023-02-27T05:56:02.261" v="2990"/>
          <ac:spMkLst>
            <pc:docMk/>
            <pc:sldMk cId="2121126948" sldId="268"/>
            <ac:spMk id="73" creationId="{B2E543D2-5E80-46D4-B136-A1E3FE51D699}"/>
          </ac:spMkLst>
        </pc:spChg>
        <pc:spChg chg="add del">
          <ac:chgData name="" userId="76e769b00277fb27" providerId="LiveId" clId="{87FF5769-43E6-4012-AE57-0B23ED1B38C1}" dt="2023-02-27T05:56:02.261" v="2990"/>
          <ac:spMkLst>
            <pc:docMk/>
            <pc:sldMk cId="2121126948" sldId="268"/>
            <ac:spMk id="74" creationId="{508C4DA6-BEA6-4E14-B177-1944F4876DD4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80" creationId="{32B591F6-EB02-458A-A78E-2B666A45E3B9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09" creationId="{D9F21A98-D1F3-405B-9A39-C33904218C49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21" creationId="{4D033546-3ED2-4FE0-A1D2-6BAB762E567C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23" creationId="{6AE1E1AC-A87E-4C58-830C-CA25BADE6754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24" creationId="{8B4CF517-FA2C-4C0E-A5B4-79F193DF04D8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25" creationId="{6348C0DD-849A-420B-A9B6-E53AB17A7DAB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26" creationId="{2A16F08B-D1D0-45D8-86E0-3018DF38D658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27" creationId="{C5A991C0-3B91-4756-B0A9-05606E1A7340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57" creationId="{29074FC5-DFC7-41CD-9254-7BA43F09861A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k cId="2121126948" sldId="268"/>
            <ac:spMk id="158" creationId="{C9C70F25-AA4C-4BF4-84E0-8E9521A67FE0}"/>
          </ac:spMkLst>
        </pc:spChg>
        <pc:grpChg chg="add del mod">
          <ac:chgData name="" userId="76e769b00277fb27" providerId="LiveId" clId="{87FF5769-43E6-4012-AE57-0B23ED1B38C1}" dt="2023-02-27T05:51:52.898" v="2936"/>
          <ac:grpSpMkLst>
            <pc:docMk/>
            <pc:sldMk cId="2121126948" sldId="268"/>
            <ac:grpSpMk id="4" creationId="{D47C5A66-F99F-4552-B295-F4AC09774918}"/>
          </ac:grpSpMkLst>
        </pc:grpChg>
        <pc:grpChg chg="add del mod">
          <ac:chgData name="" userId="76e769b00277fb27" providerId="LiveId" clId="{87FF5769-43E6-4012-AE57-0B23ED1B38C1}" dt="2023-02-27T05:58:02.136" v="3008" actId="478"/>
          <ac:grpSpMkLst>
            <pc:docMk/>
            <pc:sldMk cId="2121126948" sldId="268"/>
            <ac:grpSpMk id="81" creationId="{3D9AAB73-57A2-4ECB-BAA0-D331D56B5ED9}"/>
          </ac:grpSpMkLst>
        </pc:grpChg>
        <pc:grpChg chg="add del">
          <ac:chgData name="" userId="76e769b00277fb27" providerId="LiveId" clId="{87FF5769-43E6-4012-AE57-0B23ED1B38C1}" dt="2023-02-27T05:58:29.789" v="3102" actId="165"/>
          <ac:grpSpMkLst>
            <pc:docMk/>
            <pc:sldMk cId="2121126948" sldId="268"/>
            <ac:grpSpMk id="108" creationId="{4C635535-0D4E-49E5-A6A9-8314AC2CA803}"/>
          </ac:grpSpMkLst>
        </pc:grp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25" creationId="{DC882ABB-E1EB-48EB-920E-A057576FE7BD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39" creationId="{1AFF9A49-A46D-4909-B3D6-304323741085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40" creationId="{44CAD515-67E4-4C1A-84E8-E893FC1AADA5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41" creationId="{5A1A1AFC-1D3E-4171-8A0D-7DFD7BA90F3C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42" creationId="{043DE2A8-C2BA-4359-AB29-772EFB50FC5E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43" creationId="{6AD92E31-358B-47CD-93C0-BC59826E724E}"/>
          </ac:graphicFrameMkLst>
        </pc:graphicFrameChg>
        <pc:graphicFrameChg chg="add del">
          <ac:chgData name="" userId="76e769b00277fb27" providerId="LiveId" clId="{87FF5769-43E6-4012-AE57-0B23ED1B38C1}" dt="2023-02-27T05:56:02.261" v="2990"/>
          <ac:graphicFrameMkLst>
            <pc:docMk/>
            <pc:sldMk cId="2121126948" sldId="268"/>
            <ac:graphicFrameMk id="56" creationId="{CB88F495-89B8-4561-81E9-09FFA7B47AFF}"/>
          </ac:graphicFrameMkLst>
        </pc:graphicFrameChg>
        <pc:graphicFrameChg chg="del mod">
          <ac:chgData name="" userId="76e769b00277fb27" providerId="LiveId" clId="{87FF5769-43E6-4012-AE57-0B23ED1B38C1}" dt="2023-02-25T07:35:55.125" v="1968" actId="478"/>
          <ac:graphicFrameMkLst>
            <pc:docMk/>
            <pc:sldMk cId="2121126948" sldId="268"/>
            <ac:graphicFrameMk id="58" creationId="{E270C34F-55AE-4F52-A1F5-C4DC923144F0}"/>
          </ac:graphicFrameMkLst>
        </pc:graphicFrameChg>
        <pc:graphicFrameChg chg="add del mod">
          <ac:chgData name="" userId="76e769b00277fb27" providerId="LiveId" clId="{87FF5769-43E6-4012-AE57-0B23ED1B38C1}" dt="2023-02-25T07:36:14.721" v="1972" actId="478"/>
          <ac:graphicFrameMkLst>
            <pc:docMk/>
            <pc:sldMk cId="2121126948" sldId="268"/>
            <ac:graphicFrameMk id="59" creationId="{99A939AC-9875-4708-B5BC-19EE81240A9C}"/>
          </ac:graphicFrameMkLst>
        </pc:graphicFrameChg>
        <pc:graphicFrameChg chg="del mod">
          <ac:chgData name="" userId="76e769b00277fb27" providerId="LiveId" clId="{87FF5769-43E6-4012-AE57-0B23ED1B38C1}" dt="2023-02-25T07:36:43.747" v="1978" actId="478"/>
          <ac:graphicFrameMkLst>
            <pc:docMk/>
            <pc:sldMk cId="2121126948" sldId="268"/>
            <ac:graphicFrameMk id="60" creationId="{BAA33FFC-A38D-4D30-8A6E-1CB2675901EE}"/>
          </ac:graphicFrameMkLst>
        </pc:graphicFrameChg>
        <pc:graphicFrameChg chg="add del mod">
          <ac:chgData name="" userId="76e769b00277fb27" providerId="LiveId" clId="{87FF5769-43E6-4012-AE57-0B23ED1B38C1}" dt="2023-02-25T07:36:32.779" v="1976" actId="478"/>
          <ac:graphicFrameMkLst>
            <pc:docMk/>
            <pc:sldMk cId="2121126948" sldId="268"/>
            <ac:graphicFrameMk id="61" creationId="{735EDCE6-95FC-4EA0-919B-48A7F6001A46}"/>
          </ac:graphicFrameMkLst>
        </pc:graphicFrameChg>
        <pc:graphicFrameChg chg="del mod">
          <ac:chgData name="" userId="76e769b00277fb27" providerId="LiveId" clId="{87FF5769-43E6-4012-AE57-0B23ED1B38C1}" dt="2023-02-25T07:35:34.887" v="1966" actId="478"/>
          <ac:graphicFrameMkLst>
            <pc:docMk/>
            <pc:sldMk cId="2121126948" sldId="268"/>
            <ac:graphicFrameMk id="62" creationId="{250ACCD2-2471-4824-8D77-513EB2CED370}"/>
          </ac:graphicFrameMkLst>
        </pc:graphicFrameChg>
        <pc:graphicFrameChg chg="add del">
          <ac:chgData name="" userId="76e769b00277fb27" providerId="LiveId" clId="{87FF5769-43E6-4012-AE57-0B23ED1B38C1}" dt="2023-02-27T05:56:02.261" v="2990"/>
          <ac:graphicFrameMkLst>
            <pc:docMk/>
            <pc:sldMk cId="2121126948" sldId="268"/>
            <ac:graphicFrameMk id="62" creationId="{31B32F0A-C984-4F07-AB19-EA62B8D98098}"/>
          </ac:graphicFrameMkLst>
        </pc:graphicFrameChg>
        <pc:graphicFrameChg chg="mod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63" creationId="{6CF5542E-81C9-401B-B7D1-950B3364B28F}"/>
          </ac:graphicFrameMkLst>
        </pc:graphicFrameChg>
        <pc:graphicFrameChg chg="add del">
          <ac:chgData name="" userId="76e769b00277fb27" providerId="LiveId" clId="{87FF5769-43E6-4012-AE57-0B23ED1B38C1}" dt="2023-02-27T05:56:02.261" v="2990"/>
          <ac:graphicFrameMkLst>
            <pc:docMk/>
            <pc:sldMk cId="2121126948" sldId="268"/>
            <ac:graphicFrameMk id="66" creationId="{A22DA958-A625-44F2-8C01-0A44AE2C99ED}"/>
          </ac:graphicFrameMkLst>
        </pc:graphicFrameChg>
        <pc:graphicFrameChg chg="add del">
          <ac:chgData name="" userId="76e769b00277fb27" providerId="LiveId" clId="{87FF5769-43E6-4012-AE57-0B23ED1B38C1}" dt="2023-02-27T05:56:02.261" v="2990"/>
          <ac:graphicFrameMkLst>
            <pc:docMk/>
            <pc:sldMk cId="2121126948" sldId="268"/>
            <ac:graphicFrameMk id="69" creationId="{3478F5AC-F11B-4669-A109-5AFC5F0E97F4}"/>
          </ac:graphicFrameMkLst>
        </pc:graphicFrameChg>
        <pc:graphicFrameChg chg="add del">
          <ac:chgData name="" userId="76e769b00277fb27" providerId="LiveId" clId="{87FF5769-43E6-4012-AE57-0B23ED1B38C1}" dt="2023-02-27T05:56:02.261" v="2990"/>
          <ac:graphicFrameMkLst>
            <pc:docMk/>
            <pc:sldMk cId="2121126948" sldId="268"/>
            <ac:graphicFrameMk id="75" creationId="{4ABFE03C-4990-404A-8497-2D3224DA9591}"/>
          </ac:graphicFrameMkLst>
        </pc:graphicFrameChg>
        <pc:graphicFrameChg chg="add del">
          <ac:chgData name="" userId="76e769b00277fb27" providerId="LiveId" clId="{87FF5769-43E6-4012-AE57-0B23ED1B38C1}" dt="2023-02-27T05:56:02.261" v="2990"/>
          <ac:graphicFrameMkLst>
            <pc:docMk/>
            <pc:sldMk cId="2121126948" sldId="268"/>
            <ac:graphicFrameMk id="76" creationId="{D89FB9C1-CF96-4C02-BECC-E055F21E5206}"/>
          </ac:graphicFrameMkLst>
        </pc:graphicFrameChg>
        <pc:graphicFrameChg chg="add del">
          <ac:chgData name="" userId="76e769b00277fb27" providerId="LiveId" clId="{87FF5769-43E6-4012-AE57-0B23ED1B38C1}" dt="2023-02-27T05:56:02.261" v="2990"/>
          <ac:graphicFrameMkLst>
            <pc:docMk/>
            <pc:sldMk cId="2121126948" sldId="268"/>
            <ac:graphicFrameMk id="77" creationId="{DDB01993-62D5-42B1-9E65-55C1992C86A6}"/>
          </ac:graphicFrameMkLst>
        </pc:graphicFrameChg>
        <pc:graphicFrameChg chg="add del">
          <ac:chgData name="" userId="76e769b00277fb27" providerId="LiveId" clId="{87FF5769-43E6-4012-AE57-0B23ED1B38C1}" dt="2023-02-27T05:56:02.261" v="2990"/>
          <ac:graphicFrameMkLst>
            <pc:docMk/>
            <pc:sldMk cId="2121126948" sldId="268"/>
            <ac:graphicFrameMk id="78" creationId="{4729EF40-1BEC-4DB2-94A1-9D8CE13E349C}"/>
          </ac:graphicFrameMkLst>
        </pc:graphicFrameChg>
        <pc:graphicFrameChg chg="add del">
          <ac:chgData name="" userId="76e769b00277fb27" providerId="LiveId" clId="{87FF5769-43E6-4012-AE57-0B23ED1B38C1}" dt="2023-02-27T05:56:02.261" v="2990"/>
          <ac:graphicFrameMkLst>
            <pc:docMk/>
            <pc:sldMk cId="2121126948" sldId="268"/>
            <ac:graphicFrameMk id="79" creationId="{87B8B719-BAF3-42C7-8680-0102F3BB11E5}"/>
          </ac:graphicFrameMkLst>
        </pc:graphicFrameChg>
        <pc:graphicFrameChg chg="mod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86" creationId="{31EBA3F6-7EA7-4FC8-8735-B486C04B6F00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10" creationId="{AA5286DB-A497-48D2-B546-72542CA17522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16" creationId="{2B04D0B3-51EA-491A-908C-53536720F010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19" creationId="{5CEF78A4-0032-4D03-BED6-A18154FB0AD6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22" creationId="{1A43032E-A782-473D-81EA-06B67F10E714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28" creationId="{0328C704-3151-42B4-A6F8-5A489A9EA4B7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29" creationId="{2A8B41C5-DCDB-45F2-B6A6-293C9076D06B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30" creationId="{5C5DEAC2-3406-44F5-8D3B-1CA4C842525E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31" creationId="{8CCC8FE2-C92A-43BE-BE23-BEDF864ABE12}"/>
          </ac:graphicFrameMkLst>
        </pc:graphicFrameChg>
        <pc:graphicFrameChg chg="mod topLvl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32" creationId="{45EFD618-5F45-4D38-A6E2-C29B24623A35}"/>
          </ac:graphicFrameMkLst>
        </pc:graphicFrameChg>
        <pc:graphicFrameChg chg="del">
          <ac:chgData name="" userId="76e769b00277fb27" providerId="LiveId" clId="{87FF5769-43E6-4012-AE57-0B23ED1B38C1}" dt="2023-02-24T14:01:05.077" v="1555" actId="478"/>
          <ac:graphicFrameMkLst>
            <pc:docMk/>
            <pc:sldMk cId="2121126948" sldId="268"/>
            <ac:graphicFrameMk id="134" creationId="{987F355F-770A-4B45-AFBA-B107C52A322B}"/>
          </ac:graphicFrameMkLst>
        </pc:graphicFrameChg>
        <pc:graphicFrameChg chg="mod">
          <ac:chgData name="" userId="76e769b00277fb27" providerId="LiveId" clId="{87FF5769-43E6-4012-AE57-0B23ED1B38C1}" dt="2023-03-06T05:09:53.089" v="5503"/>
          <ac:graphicFrameMkLst>
            <pc:docMk/>
            <pc:sldMk cId="2121126948" sldId="268"/>
            <ac:graphicFrameMk id="138" creationId="{CC7C52DE-357A-47A0-B0BD-553A6EC28075}"/>
          </ac:graphicFrameMkLst>
        </pc:graphicFrameChg>
        <pc:picChg chg="add mod">
          <ac:chgData name="" userId="76e769b00277fb27" providerId="LiveId" clId="{87FF5769-43E6-4012-AE57-0B23ED1B38C1}" dt="2023-03-06T05:09:53.089" v="5503"/>
          <ac:picMkLst>
            <pc:docMk/>
            <pc:sldMk cId="2121126948" sldId="268"/>
            <ac:picMk id="2" creationId="{56F184D0-EF02-45E9-A4E8-BE0DC4DE16B0}"/>
          </ac:picMkLst>
        </pc:picChg>
        <pc:picChg chg="del">
          <ac:chgData name="" userId="76e769b00277fb27" providerId="LiveId" clId="{87FF5769-43E6-4012-AE57-0B23ED1B38C1}" dt="2023-02-24T13:50:26.393" v="1479" actId="478"/>
          <ac:picMkLst>
            <pc:docMk/>
            <pc:sldMk cId="2121126948" sldId="268"/>
            <ac:picMk id="6" creationId="{E9D2A135-4A48-4F50-ABCC-8672E8C0A976}"/>
          </ac:picMkLst>
        </pc:picChg>
        <pc:picChg chg="add del mod">
          <ac:chgData name="" userId="76e769b00277fb27" providerId="LiveId" clId="{87FF5769-43E6-4012-AE57-0B23ED1B38C1}" dt="2023-02-27T04:35:00.267" v="2540" actId="164"/>
          <ac:picMkLst>
            <pc:docMk/>
            <pc:sldMk cId="2121126948" sldId="268"/>
            <ac:picMk id="8" creationId="{44ED6387-FA62-4DB0-A204-D970B1D09374}"/>
          </ac:picMkLst>
        </pc:picChg>
        <pc:cxnChg chg="mod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45" creationId="{8CD48527-08BD-4230-94B6-6B53246C683A}"/>
          </ac:cxnSpMkLst>
        </pc:cxnChg>
        <pc:cxnChg chg="mod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47" creationId="{9B6A20E3-D338-4888-A67D-1FA989B91AD5}"/>
          </ac:cxnSpMkLst>
        </pc:cxnChg>
        <pc:cxnChg chg="mod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49" creationId="{E042FBDD-6799-4A74-87C2-78F827E92908}"/>
          </ac:cxnSpMkLst>
        </pc:cxnChg>
        <pc:cxnChg chg="mod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51" creationId="{87B72396-6252-47EB-B144-E3AED3105589}"/>
          </ac:cxnSpMkLst>
        </pc:cxnChg>
        <pc:cxnChg chg="mod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53" creationId="{AF9EFD6E-1612-41FA-A40D-6759B748EDC0}"/>
          </ac:cxnSpMkLst>
        </pc:cxnChg>
        <pc:cxnChg chg="add del">
          <ac:chgData name="" userId="76e769b00277fb27" providerId="LiveId" clId="{87FF5769-43E6-4012-AE57-0B23ED1B38C1}" dt="2023-02-27T05:56:02.261" v="2990"/>
          <ac:cxnSpMkLst>
            <pc:docMk/>
            <pc:sldMk cId="2121126948" sldId="268"/>
            <ac:cxnSpMk id="57" creationId="{C16E55BB-EE30-4D65-9BBD-7B1301D92A5C}"/>
          </ac:cxnSpMkLst>
        </pc:cxnChg>
        <pc:cxnChg chg="add del">
          <ac:chgData name="" userId="76e769b00277fb27" providerId="LiveId" clId="{87FF5769-43E6-4012-AE57-0B23ED1B38C1}" dt="2023-02-27T05:56:02.261" v="2990"/>
          <ac:cxnSpMkLst>
            <pc:docMk/>
            <pc:sldMk cId="2121126948" sldId="268"/>
            <ac:cxnSpMk id="58" creationId="{52EEA47D-51A6-4833-96E7-D42963CE4E72}"/>
          </ac:cxnSpMkLst>
        </pc:cxnChg>
        <pc:cxnChg chg="add del">
          <ac:chgData name="" userId="76e769b00277fb27" providerId="LiveId" clId="{87FF5769-43E6-4012-AE57-0B23ED1B38C1}" dt="2023-02-27T05:56:02.261" v="2990"/>
          <ac:cxnSpMkLst>
            <pc:docMk/>
            <pc:sldMk cId="2121126948" sldId="268"/>
            <ac:cxnSpMk id="59" creationId="{D2A29D8B-3F84-40C6-B6EB-DD2E9C0098D1}"/>
          </ac:cxnSpMkLst>
        </pc:cxnChg>
        <pc:cxnChg chg="add del">
          <ac:chgData name="" userId="76e769b00277fb27" providerId="LiveId" clId="{87FF5769-43E6-4012-AE57-0B23ED1B38C1}" dt="2023-02-27T05:56:02.261" v="2990"/>
          <ac:cxnSpMkLst>
            <pc:docMk/>
            <pc:sldMk cId="2121126948" sldId="268"/>
            <ac:cxnSpMk id="60" creationId="{800EB925-92E9-4316-94E1-A5DC6C582B91}"/>
          </ac:cxnSpMkLst>
        </pc:cxnChg>
        <pc:cxnChg chg="add del">
          <ac:chgData name="" userId="76e769b00277fb27" providerId="LiveId" clId="{87FF5769-43E6-4012-AE57-0B23ED1B38C1}" dt="2023-02-27T05:56:02.261" v="2990"/>
          <ac:cxnSpMkLst>
            <pc:docMk/>
            <pc:sldMk cId="2121126948" sldId="268"/>
            <ac:cxnSpMk id="61" creationId="{F572AD20-B02A-4D31-AA78-7DFC2AD47629}"/>
          </ac:cxnSpMkLst>
        </pc:cxnChg>
        <pc:cxnChg chg="add del">
          <ac:chgData name="" userId="76e769b00277fb27" providerId="LiveId" clId="{87FF5769-43E6-4012-AE57-0B23ED1B38C1}" dt="2023-02-27T05:56:02.261" v="2990"/>
          <ac:cxnSpMkLst>
            <pc:docMk/>
            <pc:sldMk cId="2121126948" sldId="268"/>
            <ac:cxnSpMk id="64" creationId="{3428D927-510F-4945-8548-3E68EB99196B}"/>
          </ac:cxnSpMkLst>
        </pc:cxnChg>
        <pc:cxnChg chg="add del">
          <ac:chgData name="" userId="76e769b00277fb27" providerId="LiveId" clId="{87FF5769-43E6-4012-AE57-0B23ED1B38C1}" dt="2023-02-27T05:56:02.261" v="2990"/>
          <ac:cxnSpMkLst>
            <pc:docMk/>
            <pc:sldMk cId="2121126948" sldId="268"/>
            <ac:cxnSpMk id="65" creationId="{DCB9F5BA-624C-4C71-800F-3B241941EA4D}"/>
          </ac:cxnSpMkLst>
        </pc:cxnChg>
        <pc:cxnChg chg="add del">
          <ac:chgData name="" userId="76e769b00277fb27" providerId="LiveId" clId="{87FF5769-43E6-4012-AE57-0B23ED1B38C1}" dt="2023-02-27T05:56:02.261" v="2990"/>
          <ac:cxnSpMkLst>
            <pc:docMk/>
            <pc:sldMk cId="2121126948" sldId="268"/>
            <ac:cxnSpMk id="67" creationId="{B71D646F-6A1D-4EEE-B5DB-E951066DB0C9}"/>
          </ac:cxnSpMkLst>
        </pc:cxnChg>
        <pc:cxnChg chg="mod">
          <ac:chgData name="" userId="76e769b00277fb27" providerId="LiveId" clId="{87FF5769-43E6-4012-AE57-0B23ED1B38C1}" dt="2023-02-27T05:58:02.136" v="3008" actId="478"/>
          <ac:cxnSpMkLst>
            <pc:docMk/>
            <pc:sldMk cId="2121126948" sldId="268"/>
            <ac:cxnSpMk id="84" creationId="{850680D5-4450-4E57-93AB-3F0D33B464A1}"/>
          </ac:cxnSpMkLst>
        </pc:cxnChg>
        <pc:cxnChg chg="mod">
          <ac:chgData name="" userId="76e769b00277fb27" providerId="LiveId" clId="{87FF5769-43E6-4012-AE57-0B23ED1B38C1}" dt="2023-02-27T05:58:02.136" v="3008" actId="478"/>
          <ac:cxnSpMkLst>
            <pc:docMk/>
            <pc:sldMk cId="2121126948" sldId="268"/>
            <ac:cxnSpMk id="85" creationId="{FE121C1D-B5F8-431A-A610-65D24A6F6193}"/>
          </ac:cxnSpMkLst>
        </pc:cxnChg>
        <pc:cxnChg chg="mod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87" creationId="{4C56807D-3FBE-4728-9421-786A5E5A4168}"/>
          </ac:cxnSpMkLst>
        </pc:cxnChg>
        <pc:cxnChg chg="mod">
          <ac:chgData name="" userId="76e769b00277fb27" providerId="LiveId" clId="{87FF5769-43E6-4012-AE57-0B23ED1B38C1}" dt="2023-02-27T05:58:02.136" v="3008" actId="478"/>
          <ac:cxnSpMkLst>
            <pc:docMk/>
            <pc:sldMk cId="2121126948" sldId="268"/>
            <ac:cxnSpMk id="88" creationId="{2C5C71E5-AFF3-4109-B23F-CBE7CAE1F116}"/>
          </ac:cxnSpMkLst>
        </pc:cxnChg>
        <pc:cxnChg chg="mod">
          <ac:chgData name="" userId="76e769b00277fb27" providerId="LiveId" clId="{87FF5769-43E6-4012-AE57-0B23ED1B38C1}" dt="2023-02-27T05:58:02.136" v="3008" actId="478"/>
          <ac:cxnSpMkLst>
            <pc:docMk/>
            <pc:sldMk cId="2121126948" sldId="268"/>
            <ac:cxnSpMk id="89" creationId="{2FD0C39D-6957-412F-AE28-C60B81E7067C}"/>
          </ac:cxnSpMkLst>
        </pc:cxnChg>
        <pc:cxnChg chg="mod">
          <ac:chgData name="" userId="76e769b00277fb27" providerId="LiveId" clId="{87FF5769-43E6-4012-AE57-0B23ED1B38C1}" dt="2023-02-27T05:58:02.136" v="3008" actId="478"/>
          <ac:cxnSpMkLst>
            <pc:docMk/>
            <pc:sldMk cId="2121126948" sldId="268"/>
            <ac:cxnSpMk id="90" creationId="{D228E368-3568-494B-8350-00DC205D7468}"/>
          </ac:cxnSpMkLst>
        </pc:cxnChg>
        <pc:cxnChg chg="mod">
          <ac:chgData name="" userId="76e769b00277fb27" providerId="LiveId" clId="{87FF5769-43E6-4012-AE57-0B23ED1B38C1}" dt="2023-02-27T05:58:02.136" v="3008" actId="478"/>
          <ac:cxnSpMkLst>
            <pc:docMk/>
            <pc:sldMk cId="2121126948" sldId="268"/>
            <ac:cxnSpMk id="92" creationId="{CD961476-613E-4E56-BC82-9B810E894E4C}"/>
          </ac:cxnSpMkLst>
        </pc:cxnChg>
        <pc:cxnChg chg="mod">
          <ac:chgData name="" userId="76e769b00277fb27" providerId="LiveId" clId="{87FF5769-43E6-4012-AE57-0B23ED1B38C1}" dt="2023-02-27T05:58:02.136" v="3008" actId="478"/>
          <ac:cxnSpMkLst>
            <pc:docMk/>
            <pc:sldMk cId="2121126948" sldId="268"/>
            <ac:cxnSpMk id="93" creationId="{32DA6274-E19D-4273-9F1D-F09DC94B38E3}"/>
          </ac:cxnSpMkLst>
        </pc:cxnChg>
        <pc:cxnChg chg="mod">
          <ac:chgData name="" userId="76e769b00277fb27" providerId="LiveId" clId="{87FF5769-43E6-4012-AE57-0B23ED1B38C1}" dt="2023-02-27T05:58:02.136" v="3008" actId="478"/>
          <ac:cxnSpMkLst>
            <pc:docMk/>
            <pc:sldMk cId="2121126948" sldId="268"/>
            <ac:cxnSpMk id="95" creationId="{DD163078-8327-46DE-AB0A-BA9118C41A66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11" creationId="{120FC9BB-9B79-4612-8064-FCD18D4F9452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12" creationId="{20F0B871-925F-4E84-BD0A-65ECFCC9A393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13" creationId="{84CD6A70-4F26-48DA-AB55-FB86719DA43C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14" creationId="{8F95C35C-A00F-45CE-84D0-E8635CADDA7A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15" creationId="{2D2DC343-F194-4EF8-9438-BDBAAA43FD4C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17" creationId="{223BB4CD-5C42-4AFF-969A-B1CDB05982C7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18" creationId="{7B348CDE-8017-4ADC-8C65-8D5035B7D63E}"/>
          </ac:cxnSpMkLst>
        </pc:cxnChg>
        <pc:cxnChg chg="mod topLvl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20" creationId="{971A5C79-DCA5-4AB6-8B98-BFD39DFB2B1F}"/>
          </ac:cxnSpMkLst>
        </pc:cxnChg>
        <pc:cxnChg chg="mod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35" creationId="{3FA7C4F5-B53B-4BE3-8141-B592A977ADAB}"/>
          </ac:cxnSpMkLst>
        </pc:cxnChg>
        <pc:cxnChg chg="mod">
          <ac:chgData name="" userId="76e769b00277fb27" providerId="LiveId" clId="{87FF5769-43E6-4012-AE57-0B23ED1B38C1}" dt="2023-03-06T05:09:53.089" v="5503"/>
          <ac:cxnSpMkLst>
            <pc:docMk/>
            <pc:sldMk cId="2121126948" sldId="268"/>
            <ac:cxnSpMk id="139" creationId="{65F7AE5E-CABD-46A3-B985-84BE46CA01FC}"/>
          </ac:cxnSpMkLst>
        </pc:cxnChg>
      </pc:sldChg>
      <pc:sldChg chg="addSp delSp modSp add">
        <pc:chgData name="" userId="76e769b00277fb27" providerId="LiveId" clId="{87FF5769-43E6-4012-AE57-0B23ED1B38C1}" dt="2023-03-07T06:13:37.890" v="5726"/>
        <pc:sldMkLst>
          <pc:docMk/>
          <pc:sldMk cId="1114242940" sldId="269"/>
        </pc:sldMkLst>
        <pc:spChg chg="del mod">
          <ac:chgData name="" userId="76e769b00277fb27" providerId="LiveId" clId="{87FF5769-43E6-4012-AE57-0B23ED1B38C1}" dt="2023-02-25T08:01:46.941" v="2021" actId="478"/>
          <ac:spMkLst>
            <pc:docMk/>
            <pc:sldMk cId="1114242940" sldId="269"/>
            <ac:spMk id="5" creationId="{4CA63A2F-810D-43AB-A0CC-BFDE8F6465C0}"/>
          </ac:spMkLst>
        </pc:spChg>
        <pc:spChg chg="del mod topLvl">
          <ac:chgData name="" userId="76e769b00277fb27" providerId="LiveId" clId="{87FF5769-43E6-4012-AE57-0B23ED1B38C1}" dt="2023-02-25T07:38:25.264" v="1992" actId="478"/>
          <ac:spMkLst>
            <pc:docMk/>
            <pc:sldMk cId="1114242940" sldId="269"/>
            <ac:spMk id="7" creationId="{95579541-60C2-4520-B61A-34D1027D0528}"/>
          </ac:spMkLst>
        </pc:spChg>
        <pc:spChg chg="del mod topLvl">
          <ac:chgData name="" userId="76e769b00277fb27" providerId="LiveId" clId="{87FF5769-43E6-4012-AE57-0B23ED1B38C1}" dt="2023-02-25T07:38:25.264" v="1992" actId="478"/>
          <ac:spMkLst>
            <pc:docMk/>
            <pc:sldMk cId="1114242940" sldId="269"/>
            <ac:spMk id="9" creationId="{0BF203CB-7252-4173-AD4B-D402A632A822}"/>
          </ac:spMkLst>
        </pc:spChg>
        <pc:spChg chg="del mod topLvl">
          <ac:chgData name="" userId="76e769b00277fb27" providerId="LiveId" clId="{87FF5769-43E6-4012-AE57-0B23ED1B38C1}" dt="2023-02-25T07:38:25.264" v="1992" actId="478"/>
          <ac:spMkLst>
            <pc:docMk/>
            <pc:sldMk cId="1114242940" sldId="269"/>
            <ac:spMk id="10" creationId="{8ED522A8-8EF0-43C7-8773-745BDFEE60C4}"/>
          </ac:spMkLst>
        </pc:spChg>
        <pc:spChg chg="del mod topLvl">
          <ac:chgData name="" userId="76e769b00277fb27" providerId="LiveId" clId="{87FF5769-43E6-4012-AE57-0B23ED1B38C1}" dt="2023-02-25T07:38:25.264" v="1992" actId="478"/>
          <ac:spMkLst>
            <pc:docMk/>
            <pc:sldMk cId="1114242940" sldId="269"/>
            <ac:spMk id="11" creationId="{ED365FC8-E7A6-48F7-86CF-FFCC30974214}"/>
          </ac:spMkLst>
        </pc:spChg>
        <pc:spChg chg="del mod topLvl">
          <ac:chgData name="" userId="76e769b00277fb27" providerId="LiveId" clId="{87FF5769-43E6-4012-AE57-0B23ED1B38C1}" dt="2023-02-25T07:38:25.264" v="1992" actId="478"/>
          <ac:spMkLst>
            <pc:docMk/>
            <pc:sldMk cId="1114242940" sldId="269"/>
            <ac:spMk id="12" creationId="{0F480379-9499-429A-8C21-846377BE3D6A}"/>
          </ac:spMkLst>
        </pc:spChg>
        <pc:spChg chg="add del mod">
          <ac:chgData name="" userId="76e769b00277fb27" providerId="LiveId" clId="{87FF5769-43E6-4012-AE57-0B23ED1B38C1}" dt="2023-02-25T08:02:49.994" v="2027" actId="478"/>
          <ac:spMkLst>
            <pc:docMk/>
            <pc:sldMk cId="1114242940" sldId="269"/>
            <ac:spMk id="16" creationId="{6FC77875-76D8-4395-8EE6-FDF6DB26D138}"/>
          </ac:spMkLst>
        </pc:spChg>
        <pc:spChg chg="add del mod">
          <ac:chgData name="" userId="76e769b00277fb27" providerId="LiveId" clId="{87FF5769-43E6-4012-AE57-0B23ED1B38C1}" dt="2023-03-06T04:56:23.784" v="5455" actId="478"/>
          <ac:spMkLst>
            <pc:docMk/>
            <pc:sldMk cId="1114242940" sldId="269"/>
            <ac:spMk id="17" creationId="{BF9275D5-7D75-4026-BDD6-E523E4B827D8}"/>
          </ac:spMkLst>
        </pc:spChg>
        <pc:spChg chg="add del">
          <ac:chgData name="" userId="76e769b00277fb27" providerId="LiveId" clId="{87FF5769-43E6-4012-AE57-0B23ED1B38C1}" dt="2023-02-25T08:03:52.540" v="2033"/>
          <ac:spMkLst>
            <pc:docMk/>
            <pc:sldMk cId="1114242940" sldId="269"/>
            <ac:spMk id="18" creationId="{D2F26B54-E84C-40A3-9382-939588C2C3E6}"/>
          </ac:spMkLst>
        </pc:spChg>
        <pc:spChg chg="add del mod">
          <ac:chgData name="" userId="76e769b00277fb27" providerId="LiveId" clId="{87FF5769-43E6-4012-AE57-0B23ED1B38C1}" dt="2023-02-25T08:13:00.540" v="2158" actId="478"/>
          <ac:spMkLst>
            <pc:docMk/>
            <pc:sldMk cId="1114242940" sldId="269"/>
            <ac:spMk id="19" creationId="{BDFB98A3-7E0A-43F8-BB7E-0F8BD5C444F0}"/>
          </ac:spMkLst>
        </pc:spChg>
        <pc:spChg chg="add mod">
          <ac:chgData name="" userId="76e769b00277fb27" providerId="LiveId" clId="{87FF5769-43E6-4012-AE57-0B23ED1B38C1}" dt="2023-02-27T02:56:35.253" v="2244" actId="164"/>
          <ac:spMkLst>
            <pc:docMk/>
            <pc:sldMk cId="1114242940" sldId="269"/>
            <ac:spMk id="20" creationId="{29C5A590-46FD-465E-B6EE-25D5ED826056}"/>
          </ac:spMkLst>
        </pc:spChg>
        <pc:spChg chg="add del mod ord topLvl">
          <ac:chgData name="" userId="76e769b00277fb27" providerId="LiveId" clId="{87FF5769-43E6-4012-AE57-0B23ED1B38C1}" dt="2023-02-25T07:40:16.260" v="2020" actId="478"/>
          <ac:spMkLst>
            <pc:docMk/>
            <pc:sldMk cId="1114242940" sldId="269"/>
            <ac:spMk id="30" creationId="{39A49E7F-F9F6-49D4-B4D6-FF29E49391DB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36" creationId="{7A133454-0587-42E8-8889-782CDECA6309}"/>
          </ac:spMkLst>
        </pc:spChg>
        <pc:spChg chg="add del mod">
          <ac:chgData name="" userId="76e769b00277fb27" providerId="LiveId" clId="{87FF5769-43E6-4012-AE57-0B23ED1B38C1}" dt="2023-02-27T05:53:48.825" v="2952" actId="478"/>
          <ac:spMkLst>
            <pc:docMk/>
            <pc:sldMk cId="1114242940" sldId="269"/>
            <ac:spMk id="69" creationId="{3634D94B-1CC1-4637-BFE6-B56F800C84B2}"/>
          </ac:spMkLst>
        </pc:spChg>
        <pc:spChg chg="add del mod">
          <ac:chgData name="" userId="76e769b00277fb27" providerId="LiveId" clId="{87FF5769-43E6-4012-AE57-0B23ED1B38C1}" dt="2023-02-27T05:53:50.257" v="2953" actId="478"/>
          <ac:spMkLst>
            <pc:docMk/>
            <pc:sldMk cId="1114242940" sldId="269"/>
            <ac:spMk id="71" creationId="{0428D3C7-E417-49F0-81A2-CCB7A552DD1F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1114242940" sldId="269"/>
            <ac:spMk id="73" creationId="{B02E3F77-632D-464D-9365-DFF9E4E3CB67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1114242940" sldId="269"/>
            <ac:spMk id="74" creationId="{A742AB4C-4C0A-41DC-B22D-BFD229985D91}"/>
          </ac:spMkLst>
        </pc:spChg>
        <pc:spChg chg="add mod">
          <ac:chgData name="" userId="76e769b00277fb27" providerId="LiveId" clId="{87FF5769-43E6-4012-AE57-0B23ED1B38C1}" dt="2023-02-27T06:48:01.178" v="3715" actId="164"/>
          <ac:spMkLst>
            <pc:docMk/>
            <pc:sldMk cId="1114242940" sldId="269"/>
            <ac:spMk id="75" creationId="{42046A40-8DD2-46FC-9A9B-412A3C525D54}"/>
          </ac:spMkLst>
        </pc:spChg>
        <pc:spChg chg="add mod">
          <ac:chgData name="" userId="76e769b00277fb27" providerId="LiveId" clId="{87FF5769-43E6-4012-AE57-0B23ED1B38C1}" dt="2023-02-27T06:48:01.178" v="3715" actId="164"/>
          <ac:spMkLst>
            <pc:docMk/>
            <pc:sldMk cId="1114242940" sldId="269"/>
            <ac:spMk id="76" creationId="{9E1D8196-9CE0-4B2F-BA6A-9803683D1FED}"/>
          </ac:spMkLst>
        </pc:spChg>
        <pc:spChg chg="add mod">
          <ac:chgData name="" userId="76e769b00277fb27" providerId="LiveId" clId="{87FF5769-43E6-4012-AE57-0B23ED1B38C1}" dt="2023-02-27T06:48:01.178" v="3715" actId="164"/>
          <ac:spMkLst>
            <pc:docMk/>
            <pc:sldMk cId="1114242940" sldId="269"/>
            <ac:spMk id="78" creationId="{DD74255D-15C7-42E9-90E9-F2E5FAF8998E}"/>
          </ac:spMkLst>
        </pc:spChg>
        <pc:spChg chg="del mod topLvl">
          <ac:chgData name="" userId="76e769b00277fb27" providerId="LiveId" clId="{87FF5769-43E6-4012-AE57-0B23ED1B38C1}" dt="2023-03-06T04:56:11.655" v="5454" actId="478"/>
          <ac:spMkLst>
            <pc:docMk/>
            <pc:sldMk cId="1114242940" sldId="269"/>
            <ac:spMk id="80" creationId="{32B591F6-EB02-458A-A78E-2B666A45E3B9}"/>
          </ac:spMkLst>
        </pc:spChg>
        <pc:spChg chg="mod topLvl">
          <ac:chgData name="" userId="76e769b00277fb27" providerId="LiveId" clId="{87FF5769-43E6-4012-AE57-0B23ED1B38C1}" dt="2023-02-27T06:41:50.166" v="3555" actId="165"/>
          <ac:spMkLst>
            <pc:docMk/>
            <pc:sldMk cId="1114242940" sldId="269"/>
            <ac:spMk id="83" creationId="{65A82AFB-3404-4BF8-BA48-1D1E8B20978A}"/>
          </ac:spMkLst>
        </pc:spChg>
        <pc:spChg chg="mod topLvl">
          <ac:chgData name="" userId="76e769b00277fb27" providerId="LiveId" clId="{87FF5769-43E6-4012-AE57-0B23ED1B38C1}" dt="2023-02-27T06:41:50.166" v="3555" actId="165"/>
          <ac:spMkLst>
            <pc:docMk/>
            <pc:sldMk cId="1114242940" sldId="269"/>
            <ac:spMk id="96" creationId="{33AC2B1B-1605-4CED-9EA7-5BC2452D03D6}"/>
          </ac:spMkLst>
        </pc:spChg>
        <pc:spChg chg="add mod">
          <ac:chgData name="" userId="76e769b00277fb27" providerId="LiveId" clId="{87FF5769-43E6-4012-AE57-0B23ED1B38C1}" dt="2023-02-27T02:56:35.253" v="2244" actId="164"/>
          <ac:spMkLst>
            <pc:docMk/>
            <pc:sldMk cId="1114242940" sldId="269"/>
            <ac:spMk id="97" creationId="{29793235-CC66-4590-88FC-F3F8E59B5BF1}"/>
          </ac:spMkLst>
        </pc:spChg>
        <pc:spChg chg="mod topLvl">
          <ac:chgData name="" userId="76e769b00277fb27" providerId="LiveId" clId="{87FF5769-43E6-4012-AE57-0B23ED1B38C1}" dt="2023-02-27T06:41:50.166" v="3555" actId="165"/>
          <ac:spMkLst>
            <pc:docMk/>
            <pc:sldMk cId="1114242940" sldId="269"/>
            <ac:spMk id="103" creationId="{3D7CC6CA-8A12-4817-8453-F2CB50F5D223}"/>
          </ac:spMkLst>
        </pc:spChg>
        <pc:spChg chg="mod topLvl">
          <ac:chgData name="" userId="76e769b00277fb27" providerId="LiveId" clId="{87FF5769-43E6-4012-AE57-0B23ED1B38C1}" dt="2023-02-27T06:41:50.166" v="3555" actId="165"/>
          <ac:spMkLst>
            <pc:docMk/>
            <pc:sldMk cId="1114242940" sldId="269"/>
            <ac:spMk id="104" creationId="{0869F77F-C0A4-463B-8524-8A160B9D750B}"/>
          </ac:spMkLst>
        </pc:spChg>
        <pc:spChg chg="mod topLvl">
          <ac:chgData name="" userId="76e769b00277fb27" providerId="LiveId" clId="{87FF5769-43E6-4012-AE57-0B23ED1B38C1}" dt="2023-02-27T06:41:50.166" v="3555" actId="165"/>
          <ac:spMkLst>
            <pc:docMk/>
            <pc:sldMk cId="1114242940" sldId="269"/>
            <ac:spMk id="105" creationId="{57B22D30-D445-41D8-BA96-0EAF025DD157}"/>
          </ac:spMkLst>
        </pc:spChg>
        <pc:spChg chg="mod topLvl">
          <ac:chgData name="" userId="76e769b00277fb27" providerId="LiveId" clId="{87FF5769-43E6-4012-AE57-0B23ED1B38C1}" dt="2023-02-27T06:41:50.166" v="3555" actId="165"/>
          <ac:spMkLst>
            <pc:docMk/>
            <pc:sldMk cId="1114242940" sldId="269"/>
            <ac:spMk id="106" creationId="{2A2E32EC-6A19-4110-80B3-6222F3D2FA0C}"/>
          </ac:spMkLst>
        </pc:spChg>
        <pc:spChg chg="mod topLvl">
          <ac:chgData name="" userId="76e769b00277fb27" providerId="LiveId" clId="{87FF5769-43E6-4012-AE57-0B23ED1B38C1}" dt="2023-02-27T06:41:50.166" v="3555" actId="165"/>
          <ac:spMkLst>
            <pc:docMk/>
            <pc:sldMk cId="1114242940" sldId="269"/>
            <ac:spMk id="107" creationId="{11D304F6-191B-4C37-B58F-CBCF5A5E0803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1114242940" sldId="269"/>
            <ac:spMk id="108" creationId="{1C0CA2E2-A3CD-4800-A872-2A14E3580DB2}"/>
          </ac:spMkLst>
        </pc:spChg>
        <pc:spChg chg="add mod topLvl">
          <ac:chgData name="" userId="76e769b00277fb27" providerId="LiveId" clId="{87FF5769-43E6-4012-AE57-0B23ED1B38C1}" dt="2023-03-06T05:09:53.089" v="5503"/>
          <ac:spMkLst>
            <pc:docMk/>
            <pc:sldMk cId="1114242940" sldId="269"/>
            <ac:spMk id="109" creationId="{6BE746BF-3544-49DB-8982-566512EEE642}"/>
          </ac:spMkLst>
        </pc:spChg>
        <pc:spChg chg="add del mod">
          <ac:chgData name="" userId="76e769b00277fb27" providerId="LiveId" clId="{87FF5769-43E6-4012-AE57-0B23ED1B38C1}" dt="2023-02-25T07:38:53.794" v="1998"/>
          <ac:spMkLst>
            <pc:docMk/>
            <pc:sldMk cId="1114242940" sldId="269"/>
            <ac:spMk id="109" creationId="{75F2D1CD-E55C-4DB0-8283-5309C518B4D3}"/>
          </ac:spMkLst>
        </pc:spChg>
        <pc:spChg chg="add del mod">
          <ac:chgData name="" userId="76e769b00277fb27" providerId="LiveId" clId="{87FF5769-43E6-4012-AE57-0B23ED1B38C1}" dt="2023-02-25T07:38:53.794" v="1998"/>
          <ac:spMkLst>
            <pc:docMk/>
            <pc:sldMk cId="1114242940" sldId="269"/>
            <ac:spMk id="111" creationId="{2A07D340-E2ED-4966-A5C6-62F6E6C8A4F7}"/>
          </ac:spMkLst>
        </pc:spChg>
        <pc:spChg chg="add del mod">
          <ac:chgData name="" userId="76e769b00277fb27" providerId="LiveId" clId="{87FF5769-43E6-4012-AE57-0B23ED1B38C1}" dt="2023-02-25T07:38:53.794" v="1998"/>
          <ac:spMkLst>
            <pc:docMk/>
            <pc:sldMk cId="1114242940" sldId="269"/>
            <ac:spMk id="112" creationId="{A93AA960-5F7D-498C-805C-3C7490EE42CE}"/>
          </ac:spMkLst>
        </pc:spChg>
        <pc:spChg chg="add del mod">
          <ac:chgData name="" userId="76e769b00277fb27" providerId="LiveId" clId="{87FF5769-43E6-4012-AE57-0B23ED1B38C1}" dt="2023-02-25T07:38:53.794" v="1998"/>
          <ac:spMkLst>
            <pc:docMk/>
            <pc:sldMk cId="1114242940" sldId="269"/>
            <ac:spMk id="113" creationId="{3ACB5333-F855-44AC-8A6F-CCEE718D41D9}"/>
          </ac:spMkLst>
        </pc:spChg>
        <pc:spChg chg="add del mod">
          <ac:chgData name="" userId="76e769b00277fb27" providerId="LiveId" clId="{87FF5769-43E6-4012-AE57-0B23ED1B38C1}" dt="2023-02-25T07:38:53.794" v="1998"/>
          <ac:spMkLst>
            <pc:docMk/>
            <pc:sldMk cId="1114242940" sldId="269"/>
            <ac:spMk id="114" creationId="{B46BBB49-329C-4F15-820F-5156C1924831}"/>
          </ac:spMkLst>
        </pc:spChg>
        <pc:spChg chg="add del mod">
          <ac:chgData name="" userId="76e769b00277fb27" providerId="LiveId" clId="{87FF5769-43E6-4012-AE57-0B23ED1B38C1}" dt="2023-02-25T07:38:53.794" v="1998"/>
          <ac:spMkLst>
            <pc:docMk/>
            <pc:sldMk cId="1114242940" sldId="269"/>
            <ac:spMk id="115" creationId="{EA44BD6A-9CCE-4169-999E-D6EDB9648625}"/>
          </ac:spMkLst>
        </pc:spChg>
        <pc:spChg chg="add del mod">
          <ac:chgData name="" userId="76e769b00277fb27" providerId="LiveId" clId="{87FF5769-43E6-4012-AE57-0B23ED1B38C1}" dt="2023-02-27T06:07:34.456" v="3218" actId="478"/>
          <ac:spMkLst>
            <pc:docMk/>
            <pc:sldMk cId="1114242940" sldId="269"/>
            <ac:spMk id="119" creationId="{AB0A3B4F-8D37-49D2-A556-A619F914E262}"/>
          </ac:spMkLst>
        </pc:spChg>
        <pc:spChg chg="mod topLvl">
          <ac:chgData name="" userId="76e769b00277fb27" providerId="LiveId" clId="{87FF5769-43E6-4012-AE57-0B23ED1B38C1}" dt="2023-02-27T02:54:00.486" v="2229" actId="164"/>
          <ac:spMkLst>
            <pc:docMk/>
            <pc:sldMk cId="1114242940" sldId="269"/>
            <ac:spMk id="122" creationId="{4339B623-1203-4E28-B510-6BD480E88310}"/>
          </ac:spMkLst>
        </pc:spChg>
        <pc:spChg chg="mod topLvl">
          <ac:chgData name="" userId="76e769b00277fb27" providerId="LiveId" clId="{87FF5769-43E6-4012-AE57-0B23ED1B38C1}" dt="2023-02-27T02:54:00.486" v="2229" actId="164"/>
          <ac:spMkLst>
            <pc:docMk/>
            <pc:sldMk cId="1114242940" sldId="269"/>
            <ac:spMk id="134" creationId="{965B31C5-1C5F-482E-9BF9-E56EF9FFF58A}"/>
          </ac:spMkLst>
        </pc:spChg>
        <pc:spChg chg="mod topLvl">
          <ac:chgData name="" userId="76e769b00277fb27" providerId="LiveId" clId="{87FF5769-43E6-4012-AE57-0B23ED1B38C1}" dt="2023-02-27T02:54:00.486" v="2229" actId="164"/>
          <ac:spMkLst>
            <pc:docMk/>
            <pc:sldMk cId="1114242940" sldId="269"/>
            <ac:spMk id="137" creationId="{A9463BED-54EA-42E9-998A-515077D2E9DE}"/>
          </ac:spMkLst>
        </pc:spChg>
        <pc:spChg chg="mod topLvl">
          <ac:chgData name="" userId="76e769b00277fb27" providerId="LiveId" clId="{87FF5769-43E6-4012-AE57-0B23ED1B38C1}" dt="2023-02-27T02:54:00.486" v="2229" actId="164"/>
          <ac:spMkLst>
            <pc:docMk/>
            <pc:sldMk cId="1114242940" sldId="269"/>
            <ac:spMk id="140" creationId="{B8CE6EE8-72FC-4A1A-B543-4178027845DF}"/>
          </ac:spMkLst>
        </pc:spChg>
        <pc:spChg chg="mod topLvl">
          <ac:chgData name="" userId="76e769b00277fb27" providerId="LiveId" clId="{87FF5769-43E6-4012-AE57-0B23ED1B38C1}" dt="2023-02-27T02:54:00.486" v="2229" actId="164"/>
          <ac:spMkLst>
            <pc:docMk/>
            <pc:sldMk cId="1114242940" sldId="269"/>
            <ac:spMk id="141" creationId="{663283A7-C032-4821-B2DD-06375BF9966F}"/>
          </ac:spMkLst>
        </pc:spChg>
        <pc:spChg chg="mod topLvl">
          <ac:chgData name="" userId="76e769b00277fb27" providerId="LiveId" clId="{87FF5769-43E6-4012-AE57-0B23ED1B38C1}" dt="2023-02-27T02:54:00.486" v="2229" actId="164"/>
          <ac:spMkLst>
            <pc:docMk/>
            <pc:sldMk cId="1114242940" sldId="269"/>
            <ac:spMk id="142" creationId="{FB293F0E-E7D4-4524-926E-5E0B3B74D946}"/>
          </ac:spMkLst>
        </pc:spChg>
        <pc:spChg chg="mod topLvl">
          <ac:chgData name="" userId="76e769b00277fb27" providerId="LiveId" clId="{87FF5769-43E6-4012-AE57-0B23ED1B38C1}" dt="2023-02-27T02:54:00.486" v="2229" actId="164"/>
          <ac:spMkLst>
            <pc:docMk/>
            <pc:sldMk cId="1114242940" sldId="269"/>
            <ac:spMk id="143" creationId="{88081EA7-EACF-4FA2-8801-DF13664507AC}"/>
          </ac:spMkLst>
        </pc:spChg>
        <pc:spChg chg="add del mod">
          <ac:chgData name="" userId="76e769b00277fb27" providerId="LiveId" clId="{87FF5769-43E6-4012-AE57-0B23ED1B38C1}" dt="2023-02-25T08:20:07.118" v="2168" actId="478"/>
          <ac:spMkLst>
            <pc:docMk/>
            <pc:sldMk cId="1114242940" sldId="269"/>
            <ac:spMk id="149" creationId="{9E5CBC7D-052C-44AD-A291-3D24E4FD844C}"/>
          </ac:spMkLst>
        </pc:spChg>
        <pc:spChg chg="add mod">
          <ac:chgData name="" userId="76e769b00277fb27" providerId="LiveId" clId="{87FF5769-43E6-4012-AE57-0B23ED1B38C1}" dt="2023-02-27T06:05:48.381" v="3206" actId="1036"/>
          <ac:spMkLst>
            <pc:docMk/>
            <pc:sldMk cId="1114242940" sldId="269"/>
            <ac:spMk id="151" creationId="{996DD209-BEF3-4E1D-BD71-13498F426161}"/>
          </ac:spMkLst>
        </pc:spChg>
        <pc:spChg chg="del mod topLvl">
          <ac:chgData name="" userId="76e769b00277fb27" providerId="LiveId" clId="{87FF5769-43E6-4012-AE57-0B23ED1B38C1}" dt="2023-02-25T07:38:25.264" v="1992" actId="478"/>
          <ac:spMkLst>
            <pc:docMk/>
            <pc:sldMk cId="1114242940" sldId="269"/>
            <ac:spMk id="157" creationId="{29074FC5-DFC7-41CD-9254-7BA43F09861A}"/>
          </ac:spMkLst>
        </pc:spChg>
        <pc:spChg chg="del mod">
          <ac:chgData name="" userId="76e769b00277fb27" providerId="LiveId" clId="{87FF5769-43E6-4012-AE57-0B23ED1B38C1}" dt="2023-03-06T04:56:25.474" v="5456" actId="478"/>
          <ac:spMkLst>
            <pc:docMk/>
            <pc:sldMk cId="1114242940" sldId="269"/>
            <ac:spMk id="158" creationId="{C9C70F25-AA4C-4BF4-84E0-8E9521A67FE0}"/>
          </ac:spMkLst>
        </pc:spChg>
        <pc:spChg chg="add mod">
          <ac:chgData name="" userId="76e769b00277fb27" providerId="LiveId" clId="{87FF5769-43E6-4012-AE57-0B23ED1B38C1}" dt="2023-02-27T02:56:35.253" v="2244" actId="164"/>
          <ac:spMkLst>
            <pc:docMk/>
            <pc:sldMk cId="1114242940" sldId="269"/>
            <ac:spMk id="162" creationId="{2919175D-3830-46D3-8680-13D4DB723C3A}"/>
          </ac:spMkLst>
        </pc:spChg>
        <pc:spChg chg="del mod topLvl">
          <ac:chgData name="" userId="76e769b00277fb27" providerId="LiveId" clId="{87FF5769-43E6-4012-AE57-0B23ED1B38C1}" dt="2023-02-27T07:12:39.701" v="4115" actId="478"/>
          <ac:spMkLst>
            <pc:docMk/>
            <pc:sldMk cId="1114242940" sldId="269"/>
            <ac:spMk id="165" creationId="{01EF0F98-1BC7-45D6-B882-AFAEBAF77177}"/>
          </ac:spMkLst>
        </pc:spChg>
        <pc:spChg chg="add mod topLvl">
          <ac:chgData name="" userId="76e769b00277fb27" providerId="LiveId" clId="{87FF5769-43E6-4012-AE57-0B23ED1B38C1}" dt="2023-03-07T06:02:02.599" v="5685" actId="165"/>
          <ac:spMkLst>
            <pc:docMk/>
            <pc:sldMk cId="1114242940" sldId="269"/>
            <ac:spMk id="166" creationId="{EEEAE6BF-51F3-47B4-9765-3170D3330A8C}"/>
          </ac:spMkLst>
        </pc:spChg>
        <pc:spChg chg="add mod topLvl">
          <ac:chgData name="" userId="76e769b00277fb27" providerId="LiveId" clId="{87FF5769-43E6-4012-AE57-0B23ED1B38C1}" dt="2023-03-07T06:02:02.599" v="5685" actId="165"/>
          <ac:spMkLst>
            <pc:docMk/>
            <pc:sldMk cId="1114242940" sldId="269"/>
            <ac:spMk id="167" creationId="{378C2897-5111-464B-9257-5B324C9CE35A}"/>
          </ac:spMkLst>
        </pc:spChg>
        <pc:spChg chg="del mod topLvl">
          <ac:chgData name="" userId="76e769b00277fb27" providerId="LiveId" clId="{87FF5769-43E6-4012-AE57-0B23ED1B38C1}" dt="2023-02-27T06:44:31.594" v="3622" actId="478"/>
          <ac:spMkLst>
            <pc:docMk/>
            <pc:sldMk cId="1114242940" sldId="269"/>
            <ac:spMk id="168" creationId="{E872CB2B-AACC-414F-B50A-53476CFE4FB7}"/>
          </ac:spMkLst>
        </pc:spChg>
        <pc:spChg chg="add mod topLvl">
          <ac:chgData name="" userId="76e769b00277fb27" providerId="LiveId" clId="{87FF5769-43E6-4012-AE57-0B23ED1B38C1}" dt="2023-03-07T06:02:02.599" v="5685" actId="165"/>
          <ac:spMkLst>
            <pc:docMk/>
            <pc:sldMk cId="1114242940" sldId="269"/>
            <ac:spMk id="169" creationId="{2E2F0774-EEEA-43F8-BB16-50E7CC8C4C50}"/>
          </ac:spMkLst>
        </pc:spChg>
        <pc:spChg chg="del mod topLvl">
          <ac:chgData name="" userId="76e769b00277fb27" providerId="LiveId" clId="{87FF5769-43E6-4012-AE57-0B23ED1B38C1}" dt="2023-02-27T07:12:43.108" v="4117" actId="478"/>
          <ac:spMkLst>
            <pc:docMk/>
            <pc:sldMk cId="1114242940" sldId="269"/>
            <ac:spMk id="170" creationId="{150DCD28-0280-4098-9142-8005D4387E17}"/>
          </ac:spMkLst>
        </pc:spChg>
        <pc:spChg chg="add mod topLvl">
          <ac:chgData name="" userId="76e769b00277fb27" providerId="LiveId" clId="{87FF5769-43E6-4012-AE57-0B23ED1B38C1}" dt="2023-03-07T06:02:02.599" v="5685" actId="165"/>
          <ac:spMkLst>
            <pc:docMk/>
            <pc:sldMk cId="1114242940" sldId="269"/>
            <ac:spMk id="170" creationId="{D671CA7C-B094-44BF-B163-4BB9AA445124}"/>
          </ac:spMkLst>
        </pc:spChg>
        <pc:spChg chg="add del mod ord">
          <ac:chgData name="" userId="76e769b00277fb27" providerId="LiveId" clId="{87FF5769-43E6-4012-AE57-0B23ED1B38C1}" dt="2023-02-27T07:12:36.100" v="4114" actId="478"/>
          <ac:spMkLst>
            <pc:docMk/>
            <pc:sldMk cId="1114242940" sldId="269"/>
            <ac:spMk id="174" creationId="{E236F443-8A4E-4EEF-B42A-A50C387C972F}"/>
          </ac:spMkLst>
        </pc:spChg>
        <pc:spChg chg="add del mod">
          <ac:chgData name="" userId="76e769b00277fb27" providerId="LiveId" clId="{87FF5769-43E6-4012-AE57-0B23ED1B38C1}" dt="2023-02-27T07:12:45.776" v="4118" actId="478"/>
          <ac:spMkLst>
            <pc:docMk/>
            <pc:sldMk cId="1114242940" sldId="269"/>
            <ac:spMk id="175" creationId="{86E6C56A-C8F6-46E7-9E28-EE36B29F6B94}"/>
          </ac:spMkLst>
        </pc:spChg>
        <pc:spChg chg="add del">
          <ac:chgData name="" userId="76e769b00277fb27" providerId="LiveId" clId="{87FF5769-43E6-4012-AE57-0B23ED1B38C1}" dt="2023-02-27T07:13:03.567" v="4122"/>
          <ac:spMkLst>
            <pc:docMk/>
            <pc:sldMk cId="1114242940" sldId="269"/>
            <ac:spMk id="181" creationId="{C46C6D40-4E01-4F35-A550-67B33CFBC4C4}"/>
          </ac:spMkLst>
        </pc:spChg>
        <pc:spChg chg="mod">
          <ac:chgData name="" userId="76e769b00277fb27" providerId="LiveId" clId="{87FF5769-43E6-4012-AE57-0B23ED1B38C1}" dt="2023-02-27T12:01:44.262" v="4239" actId="1037"/>
          <ac:spMkLst>
            <pc:docMk/>
            <pc:sldMk cId="1114242940" sldId="269"/>
            <ac:spMk id="193" creationId="{F49039EF-814B-4655-89AE-6662F86A65B5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196" creationId="{7933BCA6-F8BD-44D8-ADA0-3EBB6F8A8068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197" creationId="{5E129519-8107-43A1-9432-E9E490D99615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275" creationId="{ECBBB52E-2666-4CA5-9604-D6A4F93F89B5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276" creationId="{986C0999-34F7-41AF-9ED6-CFF361696D04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277" creationId="{DBA38FAA-BB21-486A-9AF9-37BE737C95A3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278" creationId="{B1549342-1CEA-4A23-A0FB-82A0F7DFFEA6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279" creationId="{F09A7D16-B461-479D-BDFD-333524DF51C3}"/>
          </ac:spMkLst>
        </pc:spChg>
        <pc:spChg chg="add del">
          <ac:chgData name="" userId="76e769b00277fb27" providerId="LiveId" clId="{87FF5769-43E6-4012-AE57-0B23ED1B38C1}" dt="2023-02-27T14:26:43.454" v="5122" actId="478"/>
          <ac:spMkLst>
            <pc:docMk/>
            <pc:sldMk cId="1114242940" sldId="269"/>
            <ac:spMk id="280" creationId="{6AE21A8F-A9E7-45D9-B57B-02FDCE5EE70A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281" creationId="{01068D39-A8F8-4C28-B085-7EAD01796265}"/>
          </ac:spMkLst>
        </pc:spChg>
        <pc:spChg chg="add del">
          <ac:chgData name="" userId="76e769b00277fb27" providerId="LiveId" clId="{87FF5769-43E6-4012-AE57-0B23ED1B38C1}" dt="2023-02-27T14:27:13.332" v="5132"/>
          <ac:spMkLst>
            <pc:docMk/>
            <pc:sldMk cId="1114242940" sldId="269"/>
            <ac:spMk id="282" creationId="{CB33C132-D299-4EC1-AD2E-4ADB020748D1}"/>
          </ac:spMkLst>
        </pc:spChg>
        <pc:spChg chg="add del mod">
          <ac:chgData name="" userId="76e769b00277fb27" providerId="LiveId" clId="{87FF5769-43E6-4012-AE57-0B23ED1B38C1}" dt="2023-02-27T14:27:40.593" v="5181" actId="478"/>
          <ac:spMkLst>
            <pc:docMk/>
            <pc:sldMk cId="1114242940" sldId="269"/>
            <ac:spMk id="283" creationId="{91B0B7E9-5A42-4A32-BE38-E4C4EA28FFED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284" creationId="{2701CDD2-469D-459E-A048-4E6E46A973B1}"/>
          </ac:spMkLst>
        </pc:spChg>
        <pc:spChg chg="add del">
          <ac:chgData name="" userId="76e769b00277fb27" providerId="LiveId" clId="{87FF5769-43E6-4012-AE57-0B23ED1B38C1}" dt="2023-02-27T14:28:09.581" v="5277"/>
          <ac:spMkLst>
            <pc:docMk/>
            <pc:sldMk cId="1114242940" sldId="269"/>
            <ac:spMk id="285" creationId="{870D263F-2EF9-4DE5-B134-6BD8C37F15F9}"/>
          </ac:spMkLst>
        </pc:spChg>
        <pc:spChg chg="add del mod">
          <ac:chgData name="" userId="76e769b00277fb27" providerId="LiveId" clId="{87FF5769-43E6-4012-AE57-0B23ED1B38C1}" dt="2023-03-07T06:05:37.908" v="5712" actId="478"/>
          <ac:spMkLst>
            <pc:docMk/>
            <pc:sldMk cId="1114242940" sldId="269"/>
            <ac:spMk id="286" creationId="{C6FD5710-2C76-4B5F-8895-CC7443BADB1A}"/>
          </ac:spMkLst>
        </pc:spChg>
        <pc:grpChg chg="add del mod">
          <ac:chgData name="" userId="76e769b00277fb27" providerId="LiveId" clId="{87FF5769-43E6-4012-AE57-0B23ED1B38C1}" dt="2023-02-25T07:02:39.243" v="1832" actId="165"/>
          <ac:grpSpMkLst>
            <pc:docMk/>
            <pc:sldMk cId="1114242940" sldId="269"/>
            <ac:grpSpMk id="3" creationId="{3A66C5AA-01B2-42E8-9801-B99FC14AD3A7}"/>
          </ac:grpSpMkLst>
        </pc:grpChg>
        <pc:grpChg chg="add del mod">
          <ac:chgData name="" userId="76e769b00277fb27" providerId="LiveId" clId="{87FF5769-43E6-4012-AE57-0B23ED1B38C1}" dt="2023-02-25T07:38:12.545" v="1991" actId="165"/>
          <ac:grpSpMkLst>
            <pc:docMk/>
            <pc:sldMk cId="1114242940" sldId="269"/>
            <ac:grpSpMk id="4" creationId="{B40EF8C2-D30D-423C-838E-C730FFBDF3F9}"/>
          </ac:grpSpMkLst>
        </pc:grpChg>
        <pc:grpChg chg="add del mod">
          <ac:chgData name="" userId="76e769b00277fb27" providerId="LiveId" clId="{87FF5769-43E6-4012-AE57-0B23ED1B38C1}" dt="2023-03-07T06:02:47.605" v="5695" actId="478"/>
          <ac:grpSpMkLst>
            <pc:docMk/>
            <pc:sldMk cId="1114242940" sldId="269"/>
            <ac:grpSpMk id="12" creationId="{0FC44412-E636-4E7F-A720-704FA17E4603}"/>
          </ac:grpSpMkLst>
        </pc:grpChg>
        <pc:grpChg chg="add mod">
          <ac:chgData name="" userId="76e769b00277fb27" providerId="LiveId" clId="{87FF5769-43E6-4012-AE57-0B23ED1B38C1}" dt="2023-02-25T07:38:53.128" v="1997" actId="164"/>
          <ac:grpSpMkLst>
            <pc:docMk/>
            <pc:sldMk cId="1114242940" sldId="269"/>
            <ac:grpSpMk id="15" creationId="{E3CC94F5-E746-4978-A8E1-E89D5FFC28B7}"/>
          </ac:grpSpMkLst>
        </pc:grpChg>
        <pc:grpChg chg="add del mod">
          <ac:chgData name="" userId="76e769b00277fb27" providerId="LiveId" clId="{87FF5769-43E6-4012-AE57-0B23ED1B38C1}" dt="2023-02-25T07:02:24.369" v="1831" actId="478"/>
          <ac:grpSpMkLst>
            <pc:docMk/>
            <pc:sldMk cId="1114242940" sldId="269"/>
            <ac:grpSpMk id="32" creationId="{F3DBBA27-A34A-4A73-9D2E-130DD174B9AE}"/>
          </ac:grpSpMkLst>
        </pc:grpChg>
        <pc:grpChg chg="add mod">
          <ac:chgData name="" userId="76e769b00277fb27" providerId="LiveId" clId="{87FF5769-43E6-4012-AE57-0B23ED1B38C1}" dt="2023-03-06T05:09:53.089" v="5503"/>
          <ac:grpSpMkLst>
            <pc:docMk/>
            <pc:sldMk cId="1114242940" sldId="269"/>
            <ac:grpSpMk id="34" creationId="{B4C8F13A-0E93-4978-AC02-4AC519AEE97F}"/>
          </ac:grpSpMkLst>
        </pc:grpChg>
        <pc:grpChg chg="add del mod ord">
          <ac:chgData name="" userId="76e769b00277fb27" providerId="LiveId" clId="{87FF5769-43E6-4012-AE57-0B23ED1B38C1}" dt="2023-03-06T07:52:18.668" v="5660" actId="478"/>
          <ac:grpSpMkLst>
            <pc:docMk/>
            <pc:sldMk cId="1114242940" sldId="269"/>
            <ac:grpSpMk id="35" creationId="{07561B2C-7589-44CC-99F8-B5EC9569669F}"/>
          </ac:grpSpMkLst>
        </pc:grpChg>
        <pc:grpChg chg="add del mod">
          <ac:chgData name="" userId="76e769b00277fb27" providerId="LiveId" clId="{87FF5769-43E6-4012-AE57-0B23ED1B38C1}" dt="2023-02-27T06:41:46.259" v="3553" actId="165"/>
          <ac:grpSpMkLst>
            <pc:docMk/>
            <pc:sldMk cId="1114242940" sldId="269"/>
            <ac:grpSpMk id="36" creationId="{EC099A57-2637-4B43-8B18-6027AEF145E5}"/>
          </ac:grpSpMkLst>
        </pc:grpChg>
        <pc:grpChg chg="add mod">
          <ac:chgData name="" userId="76e769b00277fb27" providerId="LiveId" clId="{87FF5769-43E6-4012-AE57-0B23ED1B38C1}" dt="2023-03-06T05:09:53.089" v="5503"/>
          <ac:grpSpMkLst>
            <pc:docMk/>
            <pc:sldMk cId="1114242940" sldId="269"/>
            <ac:grpSpMk id="42" creationId="{4C375C2B-AF5B-47D5-BF11-395D93F5EB95}"/>
          </ac:grpSpMkLst>
        </pc:grpChg>
        <pc:grpChg chg="add del mod">
          <ac:chgData name="" userId="76e769b00277fb27" providerId="LiveId" clId="{87FF5769-43E6-4012-AE57-0B23ED1B38C1}" dt="2023-02-25T07:38:00.531" v="1990" actId="478"/>
          <ac:grpSpMkLst>
            <pc:docMk/>
            <pc:sldMk cId="1114242940" sldId="269"/>
            <ac:grpSpMk id="69" creationId="{0711F371-A114-4BED-8CD3-9BA8467BCA5B}"/>
          </ac:grpSpMkLst>
        </pc:grpChg>
        <pc:grpChg chg="add del mod topLvl">
          <ac:chgData name="" userId="76e769b00277fb27" providerId="LiveId" clId="{87FF5769-43E6-4012-AE57-0B23ED1B38C1}" dt="2023-03-06T05:09:53.089" v="5503"/>
          <ac:grpSpMkLst>
            <pc:docMk/>
            <pc:sldMk cId="1114242940" sldId="269"/>
            <ac:grpSpMk id="82" creationId="{EC1D221F-FA50-4A53-85D1-E4979D39F138}"/>
          </ac:grpSpMkLst>
        </pc:grpChg>
        <pc:grpChg chg="add del mod">
          <ac:chgData name="" userId="76e769b00277fb27" providerId="LiveId" clId="{87FF5769-43E6-4012-AE57-0B23ED1B38C1}" dt="2023-02-27T06:06:16.178" v="3209" actId="478"/>
          <ac:grpSpMkLst>
            <pc:docMk/>
            <pc:sldMk cId="1114242940" sldId="269"/>
            <ac:grpSpMk id="110" creationId="{6E6509BC-BD63-4EF0-BC0C-C15EC90765E6}"/>
          </ac:grpSpMkLst>
        </pc:grpChg>
        <pc:grpChg chg="add del">
          <ac:chgData name="" userId="76e769b00277fb27" providerId="LiveId" clId="{87FF5769-43E6-4012-AE57-0B23ED1B38C1}" dt="2023-02-27T06:40:08.381" v="3481"/>
          <ac:grpSpMkLst>
            <pc:docMk/>
            <pc:sldMk cId="1114242940" sldId="269"/>
            <ac:grpSpMk id="120" creationId="{28A174DE-4324-43F1-A653-39CEE2C45D49}"/>
          </ac:grpSpMkLst>
        </pc:grpChg>
        <pc:grpChg chg="add del mod">
          <ac:chgData name="" userId="76e769b00277fb27" providerId="LiveId" clId="{87FF5769-43E6-4012-AE57-0B23ED1B38C1}" dt="2023-02-27T02:51:54.640" v="2222" actId="165"/>
          <ac:grpSpMkLst>
            <pc:docMk/>
            <pc:sldMk cId="1114242940" sldId="269"/>
            <ac:grpSpMk id="121" creationId="{ADD41693-DD1B-4353-BA8C-30349A930C6D}"/>
          </ac:grpSpMkLst>
        </pc:grpChg>
        <pc:grpChg chg="add del mod">
          <ac:chgData name="" userId="76e769b00277fb27" providerId="LiveId" clId="{87FF5769-43E6-4012-AE57-0B23ED1B38C1}" dt="2023-02-27T13:28:46.969" v="4659" actId="478"/>
          <ac:grpSpMkLst>
            <pc:docMk/>
            <pc:sldMk cId="1114242940" sldId="269"/>
            <ac:grpSpMk id="138" creationId="{288011E1-3C4E-42C6-9E47-6DE57ABE2351}"/>
          </ac:grpSpMkLst>
        </pc:grpChg>
        <pc:grpChg chg="add del mod">
          <ac:chgData name="" userId="76e769b00277fb27" providerId="LiveId" clId="{87FF5769-43E6-4012-AE57-0B23ED1B38C1}" dt="2023-03-07T06:13:29.832" v="5723" actId="478"/>
          <ac:grpSpMkLst>
            <pc:docMk/>
            <pc:sldMk cId="1114242940" sldId="269"/>
            <ac:grpSpMk id="138" creationId="{40213C70-BD00-455D-BED7-5E3ACF502AC8}"/>
          </ac:grpSpMkLst>
        </pc:grpChg>
        <pc:grpChg chg="add">
          <ac:chgData name="" userId="76e769b00277fb27" providerId="LiveId" clId="{87FF5769-43E6-4012-AE57-0B23ED1B38C1}" dt="2023-03-07T06:05:39.427" v="5713"/>
          <ac:grpSpMkLst>
            <pc:docMk/>
            <pc:sldMk cId="1114242940" sldId="269"/>
            <ac:grpSpMk id="150" creationId="{3599B803-0A26-4FB4-9324-F115B7F51DB2}"/>
          </ac:grpSpMkLst>
        </pc:grpChg>
        <pc:grpChg chg="add del">
          <ac:chgData name="" userId="76e769b00277fb27" providerId="LiveId" clId="{87FF5769-43E6-4012-AE57-0B23ED1B38C1}" dt="2023-03-07T06:00:23.951" v="5666"/>
          <ac:grpSpMkLst>
            <pc:docMk/>
            <pc:sldMk cId="1114242940" sldId="269"/>
            <ac:grpSpMk id="150" creationId="{D5F02050-5A6D-4C52-A27B-461D784C8D2E}"/>
          </ac:grpSpMkLst>
        </pc:grpChg>
        <pc:grpChg chg="add del mod">
          <ac:chgData name="" userId="76e769b00277fb27" providerId="LiveId" clId="{87FF5769-43E6-4012-AE57-0B23ED1B38C1}" dt="2023-02-27T06:43:02.093" v="3593" actId="165"/>
          <ac:grpSpMkLst>
            <pc:docMk/>
            <pc:sldMk cId="1114242940" sldId="269"/>
            <ac:grpSpMk id="161" creationId="{DE598EFF-9454-4E0E-AD7B-07B8CBC1FA37}"/>
          </ac:grpSpMkLst>
        </pc:grpChg>
        <pc:grpChg chg="add del mod">
          <ac:chgData name="" userId="76e769b00277fb27" providerId="LiveId" clId="{87FF5769-43E6-4012-AE57-0B23ED1B38C1}" dt="2023-02-27T13:46:41.753" v="4714"/>
          <ac:grpSpMkLst>
            <pc:docMk/>
            <pc:sldMk cId="1114242940" sldId="269"/>
            <ac:grpSpMk id="170" creationId="{F63D5FAA-648E-4B68-84A1-532312572F03}"/>
          </ac:grpSpMkLst>
        </pc:grpChg>
        <pc:grpChg chg="add mod topLvl">
          <ac:chgData name="" userId="76e769b00277fb27" providerId="LiveId" clId="{87FF5769-43E6-4012-AE57-0B23ED1B38C1}" dt="2023-03-07T06:02:02.599" v="5685" actId="165"/>
          <ac:grpSpMkLst>
            <pc:docMk/>
            <pc:sldMk cId="1114242940" sldId="269"/>
            <ac:grpSpMk id="171" creationId="{205E3E08-BCA5-49BC-B53A-EC2EDC13F19A}"/>
          </ac:grpSpMkLst>
        </pc:grpChg>
        <pc:grpChg chg="add del mod">
          <ac:chgData name="" userId="76e769b00277fb27" providerId="LiveId" clId="{87FF5769-43E6-4012-AE57-0B23ED1B38C1}" dt="2023-03-06T04:50:19.259" v="5426" actId="478"/>
          <ac:grpSpMkLst>
            <pc:docMk/>
            <pc:sldMk cId="1114242940" sldId="269"/>
            <ac:grpSpMk id="182" creationId="{5CB9F9BD-2C7F-4B38-9CED-AD37286EB9BD}"/>
          </ac:grpSpMkLst>
        </pc:grpChg>
        <pc:grpChg chg="add mod ord">
          <ac:chgData name="" userId="76e769b00277fb27" providerId="LiveId" clId="{87FF5769-43E6-4012-AE57-0B23ED1B38C1}" dt="2023-03-07T06:03:06.377" v="5700" actId="166"/>
          <ac:grpSpMkLst>
            <pc:docMk/>
            <pc:sldMk cId="1114242940" sldId="269"/>
            <ac:grpSpMk id="191" creationId="{7F6E0403-3A94-46D3-B392-DD92CAAB0E9E}"/>
          </ac:grpSpMkLst>
        </pc:grpChg>
        <pc:grpChg chg="add">
          <ac:chgData name="" userId="76e769b00277fb27" providerId="LiveId" clId="{87FF5769-43E6-4012-AE57-0B23ED1B38C1}" dt="2023-03-07T06:13:37.890" v="5726"/>
          <ac:grpSpMkLst>
            <pc:docMk/>
            <pc:sldMk cId="1114242940" sldId="269"/>
            <ac:grpSpMk id="203" creationId="{7E5C3B1B-13F0-4282-A8A2-5D0AF15990A6}"/>
          </ac:grpSpMkLst>
        </pc:grpChg>
        <pc:grpChg chg="add del mod">
          <ac:chgData name="" userId="76e769b00277fb27" providerId="LiveId" clId="{87FF5769-43E6-4012-AE57-0B23ED1B38C1}" dt="2023-02-27T13:49:02.087" v="4770"/>
          <ac:grpSpMkLst>
            <pc:docMk/>
            <pc:sldMk cId="1114242940" sldId="269"/>
            <ac:grpSpMk id="208" creationId="{4DC98E61-7FA5-4621-8381-E4C9431825E2}"/>
          </ac:grpSpMkLst>
        </pc:grpChg>
        <pc:grpChg chg="add del mod">
          <ac:chgData name="" userId="76e769b00277fb27" providerId="LiveId" clId="{87FF5769-43E6-4012-AE57-0B23ED1B38C1}" dt="2023-02-27T14:04:32.906" v="4919" actId="478"/>
          <ac:grpSpMkLst>
            <pc:docMk/>
            <pc:sldMk cId="1114242940" sldId="269"/>
            <ac:grpSpMk id="226" creationId="{18C8A383-D41F-44AD-B642-8B512ED5325D}"/>
          </ac:grpSpMkLst>
        </pc:grpChg>
        <pc:grpChg chg="add del mod">
          <ac:chgData name="" userId="76e769b00277fb27" providerId="LiveId" clId="{87FF5769-43E6-4012-AE57-0B23ED1B38C1}" dt="2023-02-27T14:21:08.972" v="5059" actId="478"/>
          <ac:grpSpMkLst>
            <pc:docMk/>
            <pc:sldMk cId="1114242940" sldId="269"/>
            <ac:grpSpMk id="243" creationId="{A5B5BAB1-7A39-4D2A-BADA-56C8535E4D0F}"/>
          </ac:grpSpMkLst>
        </pc:grpChg>
        <pc:grpChg chg="add del mod">
          <ac:chgData name="" userId="76e769b00277fb27" providerId="LiveId" clId="{87FF5769-43E6-4012-AE57-0B23ED1B38C1}" dt="2023-03-07T06:05:37.908" v="5712" actId="478"/>
          <ac:grpSpMkLst>
            <pc:docMk/>
            <pc:sldMk cId="1114242940" sldId="269"/>
            <ac:grpSpMk id="259" creationId="{6E1EF38D-C600-4F55-8FF3-D87DEBBE5075}"/>
          </ac:grpSpMkLst>
        </pc:grpChg>
        <pc:graphicFrameChg chg="del mod topLvl">
          <ac:chgData name="" userId="76e769b00277fb27" providerId="LiveId" clId="{87FF5769-43E6-4012-AE57-0B23ED1B38C1}" dt="2023-02-25T07:38:25.264" v="1992" actId="478"/>
          <ac:graphicFrameMkLst>
            <pc:docMk/>
            <pc:sldMk cId="1114242940" sldId="269"/>
            <ac:graphicFrameMk id="25" creationId="{DC882ABB-E1EB-48EB-920E-A057576FE7BD}"/>
          </ac:graphicFrameMkLst>
        </pc:graphicFrameChg>
        <pc:graphicFrameChg chg="del mod topLvl">
          <ac:chgData name="" userId="76e769b00277fb27" providerId="LiveId" clId="{87FF5769-43E6-4012-AE57-0B23ED1B38C1}" dt="2023-02-25T07:38:25.264" v="1992" actId="478"/>
          <ac:graphicFrameMkLst>
            <pc:docMk/>
            <pc:sldMk cId="1114242940" sldId="269"/>
            <ac:graphicFrameMk id="58" creationId="{E270C34F-55AE-4F52-A1F5-C4DC923144F0}"/>
          </ac:graphicFrameMkLst>
        </pc:graphicFrameChg>
        <pc:graphicFrameChg chg="del mod topLvl">
          <ac:chgData name="" userId="76e769b00277fb27" providerId="LiveId" clId="{87FF5769-43E6-4012-AE57-0B23ED1B38C1}" dt="2023-02-25T07:38:25.264" v="1992" actId="478"/>
          <ac:graphicFrameMkLst>
            <pc:docMk/>
            <pc:sldMk cId="1114242940" sldId="269"/>
            <ac:graphicFrameMk id="59" creationId="{99A939AC-9875-4708-B5BC-19EE81240A9C}"/>
          </ac:graphicFrameMkLst>
        </pc:graphicFrameChg>
        <pc:graphicFrameChg chg="del mod topLvl">
          <ac:chgData name="" userId="76e769b00277fb27" providerId="LiveId" clId="{87FF5769-43E6-4012-AE57-0B23ED1B38C1}" dt="2023-02-25T07:38:25.264" v="1992" actId="478"/>
          <ac:graphicFrameMkLst>
            <pc:docMk/>
            <pc:sldMk cId="1114242940" sldId="269"/>
            <ac:graphicFrameMk id="60" creationId="{BAA33FFC-A38D-4D30-8A6E-1CB2675901EE}"/>
          </ac:graphicFrameMkLst>
        </pc:graphicFrameChg>
        <pc:graphicFrameChg chg="del mod topLvl">
          <ac:chgData name="" userId="76e769b00277fb27" providerId="LiveId" clId="{87FF5769-43E6-4012-AE57-0B23ED1B38C1}" dt="2023-02-25T07:38:25.264" v="1992" actId="478"/>
          <ac:graphicFrameMkLst>
            <pc:docMk/>
            <pc:sldMk cId="1114242940" sldId="269"/>
            <ac:graphicFrameMk id="61" creationId="{735EDCE6-95FC-4EA0-919B-48A7F6001A46}"/>
          </ac:graphicFrameMkLst>
        </pc:graphicFrameChg>
        <pc:graphicFrameChg chg="del mod topLvl">
          <ac:chgData name="" userId="76e769b00277fb27" providerId="LiveId" clId="{87FF5769-43E6-4012-AE57-0B23ED1B38C1}" dt="2023-02-25T07:38:25.264" v="1992" actId="478"/>
          <ac:graphicFrameMkLst>
            <pc:docMk/>
            <pc:sldMk cId="1114242940" sldId="269"/>
            <ac:graphicFrameMk id="62" creationId="{250ACCD2-2471-4824-8D77-513EB2CED370}"/>
          </ac:graphicFrameMkLst>
        </pc:graphicFrameChg>
        <pc:graphicFrameChg chg="del mod topLvl">
          <ac:chgData name="" userId="76e769b00277fb27" providerId="LiveId" clId="{87FF5769-43E6-4012-AE57-0B23ED1B38C1}" dt="2023-02-25T07:38:25.264" v="1992" actId="478"/>
          <ac:graphicFrameMkLst>
            <pc:docMk/>
            <pc:sldMk cId="1114242940" sldId="269"/>
            <ac:graphicFrameMk id="63" creationId="{6CF5542E-81C9-401B-B7D1-950B3364B28F}"/>
          </ac:graphicFrameMkLst>
        </pc:graphicFrameChg>
        <pc:graphicFrameChg chg="add del mod">
          <ac:chgData name="" userId="76e769b00277fb27" providerId="LiveId" clId="{87FF5769-43E6-4012-AE57-0B23ED1B38C1}" dt="2023-03-06T04:47:50.112" v="5407" actId="478"/>
          <ac:graphicFrameMkLst>
            <pc:docMk/>
            <pc:sldMk cId="1114242940" sldId="269"/>
            <ac:graphicFrameMk id="79" creationId="{A757E0CB-3762-4030-8163-A47183CD7C2D}"/>
          </ac:graphicFrameMkLst>
        </pc:graphicFrameChg>
        <pc:graphicFrameChg chg="mod topLvl">
          <ac:chgData name="" userId="76e769b00277fb27" providerId="LiveId" clId="{87FF5769-43E6-4012-AE57-0B23ED1B38C1}" dt="2023-03-06T04:55:59.124" v="5453"/>
          <ac:graphicFrameMkLst>
            <pc:docMk/>
            <pc:sldMk cId="1114242940" sldId="269"/>
            <ac:graphicFrameMk id="84" creationId="{4BE602CA-073A-4EFB-992C-0284FCFE971E}"/>
          </ac:graphicFrameMkLst>
        </pc:graphicFrameChg>
        <pc:graphicFrameChg chg="del mod topLvl">
          <ac:chgData name="" userId="76e769b00277fb27" providerId="LiveId" clId="{87FF5769-43E6-4012-AE57-0B23ED1B38C1}" dt="2023-02-25T07:38:25.264" v="1992" actId="478"/>
          <ac:graphicFrameMkLst>
            <pc:docMk/>
            <pc:sldMk cId="1114242940" sldId="269"/>
            <ac:graphicFrameMk id="86" creationId="{31EBA3F6-7EA7-4FC8-8735-B486C04B6F00}"/>
          </ac:graphicFrameMkLst>
        </pc:graphicFrameChg>
        <pc:graphicFrameChg chg="mod topLvl">
          <ac:chgData name="" userId="76e769b00277fb27" providerId="LiveId" clId="{87FF5769-43E6-4012-AE57-0B23ED1B38C1}" dt="2023-02-27T06:41:50.166" v="3555" actId="165"/>
          <ac:graphicFrameMkLst>
            <pc:docMk/>
            <pc:sldMk cId="1114242940" sldId="269"/>
            <ac:graphicFrameMk id="90" creationId="{9091BBC2-CEE1-4550-80B4-B7665523EDD8}"/>
          </ac:graphicFrameMkLst>
        </pc:graphicFrameChg>
        <pc:graphicFrameChg chg="mod topLvl">
          <ac:chgData name="" userId="76e769b00277fb27" providerId="LiveId" clId="{87FF5769-43E6-4012-AE57-0B23ED1B38C1}" dt="2023-02-27T06:41:50.166" v="3555" actId="165"/>
          <ac:graphicFrameMkLst>
            <pc:docMk/>
            <pc:sldMk cId="1114242940" sldId="269"/>
            <ac:graphicFrameMk id="92" creationId="{5059B81C-638A-4E6E-9064-3980E879F393}"/>
          </ac:graphicFrameMkLst>
        </pc:graphicFrameChg>
        <pc:graphicFrameChg chg="mod topLvl">
          <ac:chgData name="" userId="76e769b00277fb27" providerId="LiveId" clId="{87FF5769-43E6-4012-AE57-0B23ED1B38C1}" dt="2023-02-27T06:41:50.166" v="3555" actId="165"/>
          <ac:graphicFrameMkLst>
            <pc:docMk/>
            <pc:sldMk cId="1114242940" sldId="269"/>
            <ac:graphicFrameMk id="94" creationId="{3931746B-6E9A-4FA9-8139-8C1FB6CEED13}"/>
          </ac:graphicFrameMkLst>
        </pc:graphicFrameChg>
        <pc:graphicFrameChg chg="mod topLvl">
          <ac:chgData name="" userId="76e769b00277fb27" providerId="LiveId" clId="{87FF5769-43E6-4012-AE57-0B23ED1B38C1}" dt="2023-02-27T06:41:50.166" v="3555" actId="165"/>
          <ac:graphicFrameMkLst>
            <pc:docMk/>
            <pc:sldMk cId="1114242940" sldId="269"/>
            <ac:graphicFrameMk id="98" creationId="{3D6593AB-A9BB-4CC4-85F3-DEC391D51A30}"/>
          </ac:graphicFrameMkLst>
        </pc:graphicFrameChg>
        <pc:graphicFrameChg chg="add del mod">
          <ac:chgData name="" userId="76e769b00277fb27" providerId="LiveId" clId="{87FF5769-43E6-4012-AE57-0B23ED1B38C1}" dt="2023-02-25T07:38:53.794" v="1998"/>
          <ac:graphicFrameMkLst>
            <pc:docMk/>
            <pc:sldMk cId="1114242940" sldId="269"/>
            <ac:graphicFrameMk id="98" creationId="{51CA22A6-0FEA-4AEF-A87D-022DA70CA3F6}"/>
          </ac:graphicFrameMkLst>
        </pc:graphicFrameChg>
        <pc:graphicFrameChg chg="mod topLvl">
          <ac:chgData name="" userId="76e769b00277fb27" providerId="LiveId" clId="{87FF5769-43E6-4012-AE57-0B23ED1B38C1}" dt="2023-02-27T06:41:50.166" v="3555" actId="165"/>
          <ac:graphicFrameMkLst>
            <pc:docMk/>
            <pc:sldMk cId="1114242940" sldId="269"/>
            <ac:graphicFrameMk id="99" creationId="{089ACC79-42AC-4D63-AC5E-00FBEAD52E00}"/>
          </ac:graphicFrameMkLst>
        </pc:graphicFrameChg>
        <pc:graphicFrameChg chg="mod topLvl">
          <ac:chgData name="" userId="76e769b00277fb27" providerId="LiveId" clId="{87FF5769-43E6-4012-AE57-0B23ED1B38C1}" dt="2023-02-27T06:41:50.166" v="3555" actId="165"/>
          <ac:graphicFrameMkLst>
            <pc:docMk/>
            <pc:sldMk cId="1114242940" sldId="269"/>
            <ac:graphicFrameMk id="100" creationId="{4211C470-2737-4DC7-B4B9-0BD781D07A94}"/>
          </ac:graphicFrameMkLst>
        </pc:graphicFrameChg>
        <pc:graphicFrameChg chg="mod topLvl">
          <ac:chgData name="" userId="76e769b00277fb27" providerId="LiveId" clId="{87FF5769-43E6-4012-AE57-0B23ED1B38C1}" dt="2023-02-27T06:41:50.166" v="3555" actId="165"/>
          <ac:graphicFrameMkLst>
            <pc:docMk/>
            <pc:sldMk cId="1114242940" sldId="269"/>
            <ac:graphicFrameMk id="101" creationId="{39E1490F-9866-4581-939C-78B9CDA06BDB}"/>
          </ac:graphicFrameMkLst>
        </pc:graphicFrameChg>
        <pc:graphicFrameChg chg="mod topLvl">
          <ac:chgData name="" userId="76e769b00277fb27" providerId="LiveId" clId="{87FF5769-43E6-4012-AE57-0B23ED1B38C1}" dt="2023-02-27T06:41:50.166" v="3555" actId="165"/>
          <ac:graphicFrameMkLst>
            <pc:docMk/>
            <pc:sldMk cId="1114242940" sldId="269"/>
            <ac:graphicFrameMk id="102" creationId="{50C6082D-D320-4653-AD12-27CD08FED261}"/>
          </ac:graphicFrameMkLst>
        </pc:graphicFrameChg>
        <pc:graphicFrameChg chg="add del mod">
          <ac:chgData name="" userId="76e769b00277fb27" providerId="LiveId" clId="{87FF5769-43E6-4012-AE57-0B23ED1B38C1}" dt="2023-02-25T07:38:53.794" v="1998"/>
          <ac:graphicFrameMkLst>
            <pc:docMk/>
            <pc:sldMk cId="1114242940" sldId="269"/>
            <ac:graphicFrameMk id="104" creationId="{EA169EA1-16C3-4D98-8514-5E464162E260}"/>
          </ac:graphicFrameMkLst>
        </pc:graphicFrameChg>
        <pc:graphicFrameChg chg="add del mod">
          <ac:chgData name="" userId="76e769b00277fb27" providerId="LiveId" clId="{87FF5769-43E6-4012-AE57-0B23ED1B38C1}" dt="2023-02-25T07:38:53.794" v="1998"/>
          <ac:graphicFrameMkLst>
            <pc:docMk/>
            <pc:sldMk cId="1114242940" sldId="269"/>
            <ac:graphicFrameMk id="107" creationId="{55817C34-51B9-47A1-BC3E-3AC4D451DF9F}"/>
          </ac:graphicFrameMkLst>
        </pc:graphicFrameChg>
        <pc:graphicFrameChg chg="add del mod">
          <ac:chgData name="" userId="76e769b00277fb27" providerId="LiveId" clId="{87FF5769-43E6-4012-AE57-0B23ED1B38C1}" dt="2023-02-25T07:38:53.794" v="1998"/>
          <ac:graphicFrameMkLst>
            <pc:docMk/>
            <pc:sldMk cId="1114242940" sldId="269"/>
            <ac:graphicFrameMk id="110" creationId="{284C741C-4F7A-4165-AFC1-E5DD83FC45F2}"/>
          </ac:graphicFrameMkLst>
        </pc:graphicFrameChg>
        <pc:graphicFrameChg chg="add del mod">
          <ac:chgData name="" userId="76e769b00277fb27" providerId="LiveId" clId="{87FF5769-43E6-4012-AE57-0B23ED1B38C1}" dt="2023-02-25T07:38:53.794" v="1998"/>
          <ac:graphicFrameMkLst>
            <pc:docMk/>
            <pc:sldMk cId="1114242940" sldId="269"/>
            <ac:graphicFrameMk id="116" creationId="{0A0AF730-71D0-460F-AAD5-CF7677520A2F}"/>
          </ac:graphicFrameMkLst>
        </pc:graphicFrameChg>
        <pc:graphicFrameChg chg="add del mod">
          <ac:chgData name="" userId="76e769b00277fb27" providerId="LiveId" clId="{87FF5769-43E6-4012-AE57-0B23ED1B38C1}" dt="2023-02-25T07:38:53.794" v="1998"/>
          <ac:graphicFrameMkLst>
            <pc:docMk/>
            <pc:sldMk cId="1114242940" sldId="269"/>
            <ac:graphicFrameMk id="117" creationId="{A489CECF-8389-4B42-B605-FBCB4C30EC80}"/>
          </ac:graphicFrameMkLst>
        </pc:graphicFrameChg>
        <pc:graphicFrameChg chg="add del mod">
          <ac:chgData name="" userId="76e769b00277fb27" providerId="LiveId" clId="{87FF5769-43E6-4012-AE57-0B23ED1B38C1}" dt="2023-02-25T07:38:53.794" v="1998"/>
          <ac:graphicFrameMkLst>
            <pc:docMk/>
            <pc:sldMk cId="1114242940" sldId="269"/>
            <ac:graphicFrameMk id="118" creationId="{A24A84DF-9343-4B02-9914-4A9E696789DC}"/>
          </ac:graphicFrameMkLst>
        </pc:graphicFrameChg>
        <pc:graphicFrameChg chg="add del mod">
          <ac:chgData name="" userId="76e769b00277fb27" providerId="LiveId" clId="{87FF5769-43E6-4012-AE57-0B23ED1B38C1}" dt="2023-02-25T07:38:53.794" v="1998"/>
          <ac:graphicFrameMkLst>
            <pc:docMk/>
            <pc:sldMk cId="1114242940" sldId="269"/>
            <ac:graphicFrameMk id="119" creationId="{F6E29F42-A924-4B03-BB8A-E721C4827292}"/>
          </ac:graphicFrameMkLst>
        </pc:graphicFrameChg>
        <pc:graphicFrameChg chg="add del mod">
          <ac:chgData name="" userId="76e769b00277fb27" providerId="LiveId" clId="{87FF5769-43E6-4012-AE57-0B23ED1B38C1}" dt="2023-02-25T07:38:53.794" v="1998"/>
          <ac:graphicFrameMkLst>
            <pc:docMk/>
            <pc:sldMk cId="1114242940" sldId="269"/>
            <ac:graphicFrameMk id="120" creationId="{A7CF7CA9-2761-4C47-8FAD-87935DC2D7D4}"/>
          </ac:graphicFrameMkLst>
        </pc:graphicFrameChg>
        <pc:graphicFrameChg chg="mod topLvl">
          <ac:chgData name="" userId="76e769b00277fb27" providerId="LiveId" clId="{87FF5769-43E6-4012-AE57-0B23ED1B38C1}" dt="2023-03-06T04:55:34.641" v="5447"/>
          <ac:graphicFrameMkLst>
            <pc:docMk/>
            <pc:sldMk cId="1114242940" sldId="269"/>
            <ac:graphicFrameMk id="123" creationId="{238BCD8D-5F20-4D81-ABC0-56CD66BEE54A}"/>
          </ac:graphicFrameMkLst>
        </pc:graphicFrameChg>
        <pc:graphicFrameChg chg="mod topLvl">
          <ac:chgData name="" userId="76e769b00277fb27" providerId="LiveId" clId="{87FF5769-43E6-4012-AE57-0B23ED1B38C1}" dt="2023-02-27T02:54:00.486" v="2229" actId="164"/>
          <ac:graphicFrameMkLst>
            <pc:docMk/>
            <pc:sldMk cId="1114242940" sldId="269"/>
            <ac:graphicFrameMk id="129" creationId="{801D88BE-DBB1-41C6-AC49-541E805CD52C}"/>
          </ac:graphicFrameMkLst>
        </pc:graphicFrameChg>
        <pc:graphicFrameChg chg="mod topLvl">
          <ac:chgData name="" userId="76e769b00277fb27" providerId="LiveId" clId="{87FF5769-43E6-4012-AE57-0B23ED1B38C1}" dt="2023-02-27T02:54:00.486" v="2229" actId="164"/>
          <ac:graphicFrameMkLst>
            <pc:docMk/>
            <pc:sldMk cId="1114242940" sldId="269"/>
            <ac:graphicFrameMk id="132" creationId="{5D29840D-2FD1-463A-82BD-5E57B47948FC}"/>
          </ac:graphicFrameMkLst>
        </pc:graphicFrameChg>
        <pc:graphicFrameChg chg="add del mod">
          <ac:chgData name="" userId="76e769b00277fb27" providerId="LiveId" clId="{87FF5769-43E6-4012-AE57-0B23ED1B38C1}" dt="2023-03-07T06:13:01.182" v="5717" actId="478"/>
          <ac:graphicFrameMkLst>
            <pc:docMk/>
            <pc:sldMk cId="1114242940" sldId="269"/>
            <ac:graphicFrameMk id="135" creationId="{DF027F46-A2AC-4D2A-963F-0BEC56446961}"/>
          </ac:graphicFrameMkLst>
        </pc:graphicFrameChg>
        <pc:graphicFrameChg chg="mod topLvl">
          <ac:chgData name="" userId="76e769b00277fb27" providerId="LiveId" clId="{87FF5769-43E6-4012-AE57-0B23ED1B38C1}" dt="2023-02-27T02:54:00.486" v="2229" actId="164"/>
          <ac:graphicFrameMkLst>
            <pc:docMk/>
            <pc:sldMk cId="1114242940" sldId="269"/>
            <ac:graphicFrameMk id="136" creationId="{8C8E8B27-802F-4A76-87E2-07EFA8402A9B}"/>
          </ac:graphicFrameMkLst>
        </pc:graphicFrameChg>
        <pc:graphicFrameChg chg="del mod topLvl">
          <ac:chgData name="" userId="76e769b00277fb27" providerId="LiveId" clId="{87FF5769-43E6-4012-AE57-0B23ED1B38C1}" dt="2023-02-25T07:38:25.264" v="1992" actId="478"/>
          <ac:graphicFrameMkLst>
            <pc:docMk/>
            <pc:sldMk cId="1114242940" sldId="269"/>
            <ac:graphicFrameMk id="138" creationId="{CC7C52DE-357A-47A0-B0BD-553A6EC28075}"/>
          </ac:graphicFrameMkLst>
        </pc:graphicFrameChg>
        <pc:graphicFrameChg chg="mod topLvl">
          <ac:chgData name="" userId="76e769b00277fb27" providerId="LiveId" clId="{87FF5769-43E6-4012-AE57-0B23ED1B38C1}" dt="2023-02-27T02:54:00.486" v="2229" actId="164"/>
          <ac:graphicFrameMkLst>
            <pc:docMk/>
            <pc:sldMk cId="1114242940" sldId="269"/>
            <ac:graphicFrameMk id="144" creationId="{77421D2C-4F47-49CF-BC9F-41583848DDA5}"/>
          </ac:graphicFrameMkLst>
        </pc:graphicFrameChg>
        <pc:graphicFrameChg chg="mod topLvl">
          <ac:chgData name="" userId="76e769b00277fb27" providerId="LiveId" clId="{87FF5769-43E6-4012-AE57-0B23ED1B38C1}" dt="2023-02-27T02:54:00.486" v="2229" actId="164"/>
          <ac:graphicFrameMkLst>
            <pc:docMk/>
            <pc:sldMk cId="1114242940" sldId="269"/>
            <ac:graphicFrameMk id="145" creationId="{34426CBB-ADCC-4C3C-A4AE-D205821CB49A}"/>
          </ac:graphicFrameMkLst>
        </pc:graphicFrameChg>
        <pc:graphicFrameChg chg="mod topLvl">
          <ac:chgData name="" userId="76e769b00277fb27" providerId="LiveId" clId="{87FF5769-43E6-4012-AE57-0B23ED1B38C1}" dt="2023-02-27T02:54:00.486" v="2229" actId="164"/>
          <ac:graphicFrameMkLst>
            <pc:docMk/>
            <pc:sldMk cId="1114242940" sldId="269"/>
            <ac:graphicFrameMk id="146" creationId="{59650C09-2C4F-46B7-A4D1-C868EE4FA4DA}"/>
          </ac:graphicFrameMkLst>
        </pc:graphicFrameChg>
        <pc:graphicFrameChg chg="mod topLvl">
          <ac:chgData name="" userId="76e769b00277fb27" providerId="LiveId" clId="{87FF5769-43E6-4012-AE57-0B23ED1B38C1}" dt="2023-02-27T02:54:00.486" v="2229" actId="164"/>
          <ac:graphicFrameMkLst>
            <pc:docMk/>
            <pc:sldMk cId="1114242940" sldId="269"/>
            <ac:graphicFrameMk id="147" creationId="{24163746-5788-4905-BEA2-52C232D9277D}"/>
          </ac:graphicFrameMkLst>
        </pc:graphicFrameChg>
        <pc:graphicFrameChg chg="mod topLvl">
          <ac:chgData name="" userId="76e769b00277fb27" providerId="LiveId" clId="{87FF5769-43E6-4012-AE57-0B23ED1B38C1}" dt="2023-02-27T02:54:00.486" v="2229" actId="164"/>
          <ac:graphicFrameMkLst>
            <pc:docMk/>
            <pc:sldMk cId="1114242940" sldId="269"/>
            <ac:graphicFrameMk id="148" creationId="{4A53B91B-F7A5-4E17-9BE3-B97D4DD02882}"/>
          </ac:graphicFrameMkLst>
        </pc:graphicFrameChg>
        <pc:graphicFrameChg chg="mod">
          <ac:chgData name="" userId="76e769b00277fb27" providerId="LiveId" clId="{87FF5769-43E6-4012-AE57-0B23ED1B38C1}" dt="2023-02-27T06:39:58.418" v="3478" actId="1076"/>
          <ac:graphicFrameMkLst>
            <pc:docMk/>
            <pc:sldMk cId="1114242940" sldId="269"/>
            <ac:graphicFrameMk id="149" creationId="{2D9D94E2-4186-43CB-8A0C-C28B04B9BAB3}"/>
          </ac:graphicFrameMkLst>
        </pc:graphicFrameChg>
        <pc:graphicFrameChg chg="del">
          <ac:chgData name="" userId="76e769b00277fb27" providerId="LiveId" clId="{87FF5769-43E6-4012-AE57-0B23ED1B38C1}" dt="2023-03-07T06:13:10.546" v="5719" actId="478"/>
          <ac:graphicFrameMkLst>
            <pc:docMk/>
            <pc:sldMk cId="1114242940" sldId="269"/>
            <ac:graphicFrameMk id="164" creationId="{AE4672FC-2AB2-4FB1-B902-A0698EAAC34A}"/>
          </ac:graphicFrameMkLst>
        </pc:graphicFrameChg>
        <pc:graphicFrameChg chg="del mod topLvl">
          <ac:chgData name="" userId="76e769b00277fb27" providerId="LiveId" clId="{87FF5769-43E6-4012-AE57-0B23ED1B38C1}" dt="2023-02-27T07:12:45.776" v="4118" actId="478"/>
          <ac:graphicFrameMkLst>
            <pc:docMk/>
            <pc:sldMk cId="1114242940" sldId="269"/>
            <ac:graphicFrameMk id="164" creationId="{E5C364E7-5D6B-42C8-AF83-47067098B373}"/>
          </ac:graphicFrameMkLst>
        </pc:graphicFrameChg>
        <pc:graphicFrameChg chg="del">
          <ac:chgData name="" userId="76e769b00277fb27" providerId="LiveId" clId="{87FF5769-43E6-4012-AE57-0B23ED1B38C1}" dt="2023-03-07T06:13:16.794" v="5721" actId="478"/>
          <ac:graphicFrameMkLst>
            <pc:docMk/>
            <pc:sldMk cId="1114242940" sldId="269"/>
            <ac:graphicFrameMk id="165" creationId="{10148D70-D9B6-4C54-87E8-B5DEEE141909}"/>
          </ac:graphicFrameMkLst>
        </pc:graphicFrameChg>
        <pc:graphicFrameChg chg="del mod topLvl">
          <ac:chgData name="" userId="76e769b00277fb27" providerId="LiveId" clId="{87FF5769-43E6-4012-AE57-0B23ED1B38C1}" dt="2023-02-27T07:12:45.776" v="4118" actId="478"/>
          <ac:graphicFrameMkLst>
            <pc:docMk/>
            <pc:sldMk cId="1114242940" sldId="269"/>
            <ac:graphicFrameMk id="166" creationId="{D7E54794-979C-4F35-9D20-E7C1100B4180}"/>
          </ac:graphicFrameMkLst>
        </pc:graphicFrameChg>
        <pc:graphicFrameChg chg="del mod topLvl">
          <ac:chgData name="" userId="76e769b00277fb27" providerId="LiveId" clId="{87FF5769-43E6-4012-AE57-0B23ED1B38C1}" dt="2023-02-27T07:12:45.776" v="4118" actId="478"/>
          <ac:graphicFrameMkLst>
            <pc:docMk/>
            <pc:sldMk cId="1114242940" sldId="269"/>
            <ac:graphicFrameMk id="167" creationId="{63F12AE8-B96F-418F-9522-757F75636880}"/>
          </ac:graphicFrameMkLst>
        </pc:graphicFrameChg>
        <pc:graphicFrameChg chg="del mod topLvl">
          <ac:chgData name="" userId="76e769b00277fb27" providerId="LiveId" clId="{87FF5769-43E6-4012-AE57-0B23ED1B38C1}" dt="2023-02-27T07:12:45.776" v="4118" actId="478"/>
          <ac:graphicFrameMkLst>
            <pc:docMk/>
            <pc:sldMk cId="1114242940" sldId="269"/>
            <ac:graphicFrameMk id="169" creationId="{BC318915-7C5B-4A21-A640-95DDEA2E3546}"/>
          </ac:graphicFrameMkLst>
        </pc:graphicFrameChg>
        <pc:graphicFrameChg chg="add">
          <ac:chgData name="" userId="76e769b00277fb27" providerId="LiveId" clId="{87FF5769-43E6-4012-AE57-0B23ED1B38C1}" dt="2023-03-07T06:13:01.628" v="5718"/>
          <ac:graphicFrameMkLst>
            <pc:docMk/>
            <pc:sldMk cId="1114242940" sldId="269"/>
            <ac:graphicFrameMk id="196" creationId="{700B6D0D-D3EF-4F98-BCE9-E691632E9FF2}"/>
          </ac:graphicFrameMkLst>
        </pc:graphicFrameChg>
        <pc:graphicFrameChg chg="add del">
          <ac:chgData name="" userId="76e769b00277fb27" providerId="LiveId" clId="{87FF5769-43E6-4012-AE57-0B23ED1B38C1}" dt="2023-03-07T06:13:31.527" v="5724" actId="478"/>
          <ac:graphicFrameMkLst>
            <pc:docMk/>
            <pc:sldMk cId="1114242940" sldId="269"/>
            <ac:graphicFrameMk id="197" creationId="{8BD0F576-B7F6-41E3-8277-7E7F7F416CA3}"/>
          </ac:graphicFrameMkLst>
        </pc:graphicFrameChg>
        <pc:graphicFrameChg chg="add del">
          <ac:chgData name="" userId="76e769b00277fb27" providerId="LiveId" clId="{87FF5769-43E6-4012-AE57-0B23ED1B38C1}" dt="2023-03-07T06:13:32.185" v="5725" actId="478"/>
          <ac:graphicFrameMkLst>
            <pc:docMk/>
            <pc:sldMk cId="1114242940" sldId="269"/>
            <ac:graphicFrameMk id="202" creationId="{2F6C2DD9-FFD4-4FC5-AD6C-AEBA88E31EEA}"/>
          </ac:graphicFrameMkLst>
        </pc:graphicFrameChg>
        <pc:picChg chg="add del">
          <ac:chgData name="" userId="76e769b00277fb27" providerId="LiveId" clId="{87FF5769-43E6-4012-AE57-0B23ED1B38C1}" dt="2023-02-25T07:11:13.755" v="1872" actId="478"/>
          <ac:picMkLst>
            <pc:docMk/>
            <pc:sldMk cId="1114242940" sldId="269"/>
            <ac:picMk id="2" creationId="{56F184D0-EF02-45E9-A4E8-BE0DC4DE16B0}"/>
          </ac:picMkLst>
        </pc:picChg>
        <pc:picChg chg="add del mod">
          <ac:chgData name="" userId="76e769b00277fb27" providerId="LiveId" clId="{87FF5769-43E6-4012-AE57-0B23ED1B38C1}" dt="2023-02-25T07:16:11.361" v="1877" actId="478"/>
          <ac:picMkLst>
            <pc:docMk/>
            <pc:sldMk cId="1114242940" sldId="269"/>
            <ac:picMk id="6" creationId="{C005262B-67BD-4DF5-B65B-EEC3B04497D8}"/>
          </ac:picMkLst>
        </pc:picChg>
        <pc:picChg chg="add del mod">
          <ac:chgData name="" userId="76e769b00277fb27" providerId="LiveId" clId="{87FF5769-43E6-4012-AE57-0B23ED1B38C1}" dt="2023-02-27T05:51:42.998" v="2934" actId="478"/>
          <ac:picMkLst>
            <pc:docMk/>
            <pc:sldMk cId="1114242940" sldId="269"/>
            <ac:picMk id="8" creationId="{44ED6387-FA62-4DB0-A204-D970B1D09374}"/>
          </ac:picMkLst>
        </pc:picChg>
        <pc:picChg chg="add mod">
          <ac:chgData name="" userId="76e769b00277fb27" providerId="LiveId" clId="{87FF5769-43E6-4012-AE57-0B23ED1B38C1}" dt="2023-02-27T14:33:03.665" v="5403" actId="1038"/>
          <ac:picMkLst>
            <pc:docMk/>
            <pc:sldMk cId="1114242940" sldId="269"/>
            <ac:picMk id="14" creationId="{DBD63D3F-BED8-4073-92B2-E12E411F4E32}"/>
          </ac:picMkLst>
        </pc:picChg>
        <pc:picChg chg="add del mod">
          <ac:chgData name="" userId="76e769b00277fb27" providerId="LiveId" clId="{87FF5769-43E6-4012-AE57-0B23ED1B38C1}" dt="2023-02-25T08:09:19.390" v="2127" actId="478"/>
          <ac:picMkLst>
            <pc:docMk/>
            <pc:sldMk cId="1114242940" sldId="269"/>
            <ac:picMk id="29" creationId="{268B0F99-5360-4769-B37A-FC237A271C38}"/>
          </ac:picMkLst>
        </pc:picChg>
        <pc:picChg chg="add del mod">
          <ac:chgData name="" userId="76e769b00277fb27" providerId="LiveId" clId="{87FF5769-43E6-4012-AE57-0B23ED1B38C1}" dt="2023-02-27T14:23:39.438" v="5086" actId="478"/>
          <ac:picMkLst>
            <pc:docMk/>
            <pc:sldMk cId="1114242940" sldId="269"/>
            <ac:picMk id="31" creationId="{58FE692E-BCAE-4688-8F41-41E210E22027}"/>
          </ac:picMkLst>
        </pc:picChg>
        <pc:picChg chg="add del mod">
          <ac:chgData name="" userId="76e769b00277fb27" providerId="LiveId" clId="{87FF5769-43E6-4012-AE57-0B23ED1B38C1}" dt="2023-03-07T06:05:37.908" v="5712" actId="478"/>
          <ac:picMkLst>
            <pc:docMk/>
            <pc:sldMk cId="1114242940" sldId="269"/>
            <ac:picMk id="33" creationId="{5117B9CC-5B84-4849-A024-E35D7EC0DE8B}"/>
          </ac:picMkLst>
        </pc:picChg>
        <pc:picChg chg="add del mod">
          <ac:chgData name="" userId="76e769b00277fb27" providerId="LiveId" clId="{87FF5769-43E6-4012-AE57-0B23ED1B38C1}" dt="2023-03-06T04:50:55.823" v="5432" actId="478"/>
          <ac:picMkLst>
            <pc:docMk/>
            <pc:sldMk cId="1114242940" sldId="269"/>
            <ac:picMk id="72" creationId="{DE9700DE-7F8A-489F-A15B-9BDF02B46550}"/>
          </ac:picMkLst>
        </pc:picChg>
        <pc:picChg chg="add del">
          <ac:chgData name="" userId="76e769b00277fb27" providerId="LiveId" clId="{87FF5769-43E6-4012-AE57-0B23ED1B38C1}" dt="2023-02-27T13:27:23.056" v="4643"/>
          <ac:picMkLst>
            <pc:docMk/>
            <pc:sldMk cId="1114242940" sldId="269"/>
            <ac:picMk id="135" creationId="{CED0D9AB-8B92-47CE-A739-C62093D95104}"/>
          </ac:picMkLst>
        </pc:picChg>
        <pc:picChg chg="add del">
          <ac:chgData name="" userId="76e769b00277fb27" providerId="LiveId" clId="{87FF5769-43E6-4012-AE57-0B23ED1B38C1}" dt="2023-03-07T06:01:50.976" v="5682" actId="478"/>
          <ac:picMkLst>
            <pc:docMk/>
            <pc:sldMk cId="1114242940" sldId="269"/>
            <ac:picMk id="172" creationId="{3F72319B-C349-42CF-9F4F-80CB67371569}"/>
          </ac:picMkLst>
        </pc:picChg>
        <pc:picChg chg="add del mod ord">
          <ac:chgData name="" userId="76e769b00277fb27" providerId="LiveId" clId="{87FF5769-43E6-4012-AE57-0B23ED1B38C1}" dt="2023-03-07T06:02:12.860" v="5686"/>
          <ac:picMkLst>
            <pc:docMk/>
            <pc:sldMk cId="1114242940" sldId="269"/>
            <ac:picMk id="190" creationId="{5E22209D-1034-490E-9A42-D882F23054CF}"/>
          </ac:picMkLst>
        </pc:picChg>
        <pc:picChg chg="add del mod">
          <ac:chgData name="" userId="76e769b00277fb27" providerId="LiveId" clId="{87FF5769-43E6-4012-AE57-0B23ED1B38C1}" dt="2023-02-27T13:55:11.257" v="4863" actId="478"/>
          <ac:picMkLst>
            <pc:docMk/>
            <pc:sldMk cId="1114242940" sldId="269"/>
            <ac:picMk id="225" creationId="{DE01953D-E9A9-4BDB-BA06-5590E79915C9}"/>
          </ac:picMkLst>
        </pc:picChg>
        <pc:cxnChg chg="add del mod">
          <ac:chgData name="" userId="76e769b00277fb27" providerId="LiveId" clId="{87FF5769-43E6-4012-AE57-0B23ED1B38C1}" dt="2023-02-27T02:50:18.782" v="2214" actId="11529"/>
          <ac:cxnSpMkLst>
            <pc:docMk/>
            <pc:sldMk cId="1114242940" sldId="269"/>
            <ac:cxnSpMk id="26" creationId="{03542B3C-BCB9-4080-A93D-83EFDB2EBE2F}"/>
          </ac:cxnSpMkLst>
        </pc:cxnChg>
        <pc:cxnChg chg="mod">
          <ac:chgData name="" userId="76e769b00277fb27" providerId="LiveId" clId="{87FF5769-43E6-4012-AE57-0B23ED1B38C1}" dt="2023-02-25T07:02:24.369" v="1831" actId="478"/>
          <ac:cxnSpMkLst>
            <pc:docMk/>
            <pc:sldMk cId="1114242940" sldId="269"/>
            <ac:cxnSpMk id="35" creationId="{64228BCC-810B-4D76-8615-DC85E54F3A33}"/>
          </ac:cxnSpMkLst>
        </pc:cxnChg>
        <pc:cxnChg chg="add mod ord">
          <ac:chgData name="" userId="76e769b00277fb27" providerId="LiveId" clId="{87FF5769-43E6-4012-AE57-0B23ED1B38C1}" dt="2023-03-07T06:03:09.191" v="5701" actId="166"/>
          <ac:cxnSpMkLst>
            <pc:docMk/>
            <pc:sldMk cId="1114242940" sldId="269"/>
            <ac:cxnSpMk id="38" creationId="{72412077-B777-4BC5-A556-279F10EE0F70}"/>
          </ac:cxnSpMkLst>
        </pc:cxnChg>
        <pc:cxnChg chg="mod">
          <ac:chgData name="" userId="76e769b00277fb27" providerId="LiveId" clId="{87FF5769-43E6-4012-AE57-0B23ED1B38C1}" dt="2023-02-25T07:02:24.369" v="1831" actId="478"/>
          <ac:cxnSpMkLst>
            <pc:docMk/>
            <pc:sldMk cId="1114242940" sldId="269"/>
            <ac:cxnSpMk id="38" creationId="{E2605982-BB95-4638-B0E7-F2A41F25A638}"/>
          </ac:cxnSpMkLst>
        </pc:cxnChg>
        <pc:cxnChg chg="mod">
          <ac:chgData name="" userId="76e769b00277fb27" providerId="LiveId" clId="{87FF5769-43E6-4012-AE57-0B23ED1B38C1}" dt="2023-02-25T07:02:24.369" v="1831" actId="478"/>
          <ac:cxnSpMkLst>
            <pc:docMk/>
            <pc:sldMk cId="1114242940" sldId="269"/>
            <ac:cxnSpMk id="39" creationId="{4C8AB205-4DB9-410C-85C5-B587EC1312FD}"/>
          </ac:cxnSpMkLst>
        </pc:cxnChg>
        <pc:cxnChg chg="del mod topLvl">
          <ac:chgData name="" userId="76e769b00277fb27" providerId="LiveId" clId="{87FF5769-43E6-4012-AE57-0B23ED1B38C1}" dt="2023-02-25T07:38:25.264" v="1992" actId="478"/>
          <ac:cxnSpMkLst>
            <pc:docMk/>
            <pc:sldMk cId="1114242940" sldId="269"/>
            <ac:cxnSpMk id="45" creationId="{8CD48527-08BD-4230-94B6-6B53246C683A}"/>
          </ac:cxnSpMkLst>
        </pc:cxnChg>
        <pc:cxnChg chg="del mod topLvl">
          <ac:chgData name="" userId="76e769b00277fb27" providerId="LiveId" clId="{87FF5769-43E6-4012-AE57-0B23ED1B38C1}" dt="2023-02-25T07:38:25.264" v="1992" actId="478"/>
          <ac:cxnSpMkLst>
            <pc:docMk/>
            <pc:sldMk cId="1114242940" sldId="269"/>
            <ac:cxnSpMk id="47" creationId="{9B6A20E3-D338-4888-A67D-1FA989B91AD5}"/>
          </ac:cxnSpMkLst>
        </pc:cxnChg>
        <pc:cxnChg chg="del mod topLvl">
          <ac:chgData name="" userId="76e769b00277fb27" providerId="LiveId" clId="{87FF5769-43E6-4012-AE57-0B23ED1B38C1}" dt="2023-02-25T07:38:25.264" v="1992" actId="478"/>
          <ac:cxnSpMkLst>
            <pc:docMk/>
            <pc:sldMk cId="1114242940" sldId="269"/>
            <ac:cxnSpMk id="49" creationId="{E042FBDD-6799-4A74-87C2-78F827E92908}"/>
          </ac:cxnSpMkLst>
        </pc:cxnChg>
        <pc:cxnChg chg="mod">
          <ac:chgData name="" userId="76e769b00277fb27" providerId="LiveId" clId="{87FF5769-43E6-4012-AE57-0B23ED1B38C1}" dt="2023-02-25T07:02:24.369" v="1831" actId="478"/>
          <ac:cxnSpMkLst>
            <pc:docMk/>
            <pc:sldMk cId="1114242940" sldId="269"/>
            <ac:cxnSpMk id="50" creationId="{FF515787-4ECA-403C-A9C3-9FE7379FB9CF}"/>
          </ac:cxnSpMkLst>
        </pc:cxnChg>
        <pc:cxnChg chg="del mod topLvl">
          <ac:chgData name="" userId="76e769b00277fb27" providerId="LiveId" clId="{87FF5769-43E6-4012-AE57-0B23ED1B38C1}" dt="2023-02-25T07:38:25.264" v="1992" actId="478"/>
          <ac:cxnSpMkLst>
            <pc:docMk/>
            <pc:sldMk cId="1114242940" sldId="269"/>
            <ac:cxnSpMk id="51" creationId="{87B72396-6252-47EB-B144-E3AED3105589}"/>
          </ac:cxnSpMkLst>
        </pc:cxnChg>
        <pc:cxnChg chg="mod">
          <ac:chgData name="" userId="76e769b00277fb27" providerId="LiveId" clId="{87FF5769-43E6-4012-AE57-0B23ED1B38C1}" dt="2023-02-25T07:02:24.369" v="1831" actId="478"/>
          <ac:cxnSpMkLst>
            <pc:docMk/>
            <pc:sldMk cId="1114242940" sldId="269"/>
            <ac:cxnSpMk id="52" creationId="{F3143753-2446-4D61-AB7C-2C8679C7B6D0}"/>
          </ac:cxnSpMkLst>
        </pc:cxnChg>
        <pc:cxnChg chg="del mod topLvl">
          <ac:chgData name="" userId="76e769b00277fb27" providerId="LiveId" clId="{87FF5769-43E6-4012-AE57-0B23ED1B38C1}" dt="2023-02-25T07:38:25.264" v="1992" actId="478"/>
          <ac:cxnSpMkLst>
            <pc:docMk/>
            <pc:sldMk cId="1114242940" sldId="269"/>
            <ac:cxnSpMk id="53" creationId="{AF9EFD6E-1612-41FA-A40D-6759B748EDC0}"/>
          </ac:cxnSpMkLst>
        </pc:cxnChg>
        <pc:cxnChg chg="mod">
          <ac:chgData name="" userId="76e769b00277fb27" providerId="LiveId" clId="{87FF5769-43E6-4012-AE57-0B23ED1B38C1}" dt="2023-02-25T07:02:24.369" v="1831" actId="478"/>
          <ac:cxnSpMkLst>
            <pc:docMk/>
            <pc:sldMk cId="1114242940" sldId="269"/>
            <ac:cxnSpMk id="55" creationId="{3775A059-2CF8-4BBE-AC4D-21F702C742CE}"/>
          </ac:cxnSpMkLst>
        </pc:cxnChg>
        <pc:cxnChg chg="add mod">
          <ac:chgData name="" userId="76e769b00277fb27" providerId="LiveId" clId="{87FF5769-43E6-4012-AE57-0B23ED1B38C1}" dt="2023-02-27T02:56:35.253" v="2244" actId="164"/>
          <ac:cxnSpMkLst>
            <pc:docMk/>
            <pc:sldMk cId="1114242940" sldId="269"/>
            <ac:cxnSpMk id="55" creationId="{7ED93E13-B931-42AB-A638-90C40A57117A}"/>
          </ac:cxnSpMkLst>
        </pc:cxnChg>
        <pc:cxnChg chg="mod">
          <ac:chgData name="" userId="76e769b00277fb27" providerId="LiveId" clId="{87FF5769-43E6-4012-AE57-0B23ED1B38C1}" dt="2023-02-25T07:38:00.531" v="1990" actId="478"/>
          <ac:cxnSpMkLst>
            <pc:docMk/>
            <pc:sldMk cId="1114242940" sldId="269"/>
            <ac:cxnSpMk id="72" creationId="{25D9B2F8-4246-41B4-90FE-B6A908285378}"/>
          </ac:cxnSpMkLst>
        </pc:cxnChg>
        <pc:cxnChg chg="mod">
          <ac:chgData name="" userId="76e769b00277fb27" providerId="LiveId" clId="{87FF5769-43E6-4012-AE57-0B23ED1B38C1}" dt="2023-02-25T07:38:00.531" v="1990" actId="478"/>
          <ac:cxnSpMkLst>
            <pc:docMk/>
            <pc:sldMk cId="1114242940" sldId="269"/>
            <ac:cxnSpMk id="75" creationId="{8969B46B-84B1-402E-9385-0EDDA0B38E59}"/>
          </ac:cxnSpMkLst>
        </pc:cxnChg>
        <pc:cxnChg chg="mod">
          <ac:chgData name="" userId="76e769b00277fb27" providerId="LiveId" clId="{87FF5769-43E6-4012-AE57-0B23ED1B38C1}" dt="2023-02-25T07:38:00.531" v="1990" actId="478"/>
          <ac:cxnSpMkLst>
            <pc:docMk/>
            <pc:sldMk cId="1114242940" sldId="269"/>
            <ac:cxnSpMk id="76" creationId="{C72FB875-3C1E-42EE-9CF2-8AC7E1B2C36A}"/>
          </ac:cxnSpMkLst>
        </pc:cxnChg>
        <pc:cxnChg chg="add mod">
          <ac:chgData name="" userId="76e769b00277fb27" providerId="LiveId" clId="{87FF5769-43E6-4012-AE57-0B23ED1B38C1}" dt="2023-03-06T05:09:53.089" v="5503"/>
          <ac:cxnSpMkLst>
            <pc:docMk/>
            <pc:sldMk cId="1114242940" sldId="269"/>
            <ac:cxnSpMk id="77" creationId="{D83EF0FD-B459-4290-B2E0-FBAD1B83FB5A}"/>
          </ac:cxnSpMkLst>
        </pc:cxnChg>
        <pc:cxnChg chg="add mod">
          <ac:chgData name="" userId="76e769b00277fb27" providerId="LiveId" clId="{87FF5769-43E6-4012-AE57-0B23ED1B38C1}" dt="2023-03-07T06:13:01.182" v="5717" actId="478"/>
          <ac:cxnSpMkLst>
            <pc:docMk/>
            <pc:sldMk cId="1114242940" sldId="269"/>
            <ac:cxnSpMk id="81" creationId="{3151B6EB-CFAD-475A-8049-FC095D5CDD78}"/>
          </ac:cxnSpMkLst>
        </pc:cxnChg>
        <pc:cxnChg chg="mod">
          <ac:chgData name="" userId="76e769b00277fb27" providerId="LiveId" clId="{87FF5769-43E6-4012-AE57-0B23ED1B38C1}" dt="2023-02-25T07:38:00.531" v="1990" actId="478"/>
          <ac:cxnSpMkLst>
            <pc:docMk/>
            <pc:sldMk cId="1114242940" sldId="269"/>
            <ac:cxnSpMk id="84" creationId="{7B2B89B6-090B-4C90-8C7A-34F54FFC2929}"/>
          </ac:cxnSpMkLst>
        </pc:cxnChg>
        <pc:cxnChg chg="mod">
          <ac:chgData name="" userId="76e769b00277fb27" providerId="LiveId" clId="{87FF5769-43E6-4012-AE57-0B23ED1B38C1}" dt="2023-02-25T07:38:00.531" v="1990" actId="478"/>
          <ac:cxnSpMkLst>
            <pc:docMk/>
            <pc:sldMk cId="1114242940" sldId="269"/>
            <ac:cxnSpMk id="85" creationId="{375B92EC-3961-455C-BDEB-DD1C8F5EDF7E}"/>
          </ac:cxnSpMkLst>
        </pc:cxnChg>
        <pc:cxnChg chg="mod topLvl">
          <ac:chgData name="" userId="76e769b00277fb27" providerId="LiveId" clId="{87FF5769-43E6-4012-AE57-0B23ED1B38C1}" dt="2023-02-27T06:41:50.166" v="3555" actId="165"/>
          <ac:cxnSpMkLst>
            <pc:docMk/>
            <pc:sldMk cId="1114242940" sldId="269"/>
            <ac:cxnSpMk id="85" creationId="{433F2749-108F-47A0-B164-6DCD97D2BC9E}"/>
          </ac:cxnSpMkLst>
        </pc:cxnChg>
        <pc:cxnChg chg="mod topLvl">
          <ac:chgData name="" userId="76e769b00277fb27" providerId="LiveId" clId="{87FF5769-43E6-4012-AE57-0B23ED1B38C1}" dt="2023-02-27T06:41:50.166" v="3555" actId="165"/>
          <ac:cxnSpMkLst>
            <pc:docMk/>
            <pc:sldMk cId="1114242940" sldId="269"/>
            <ac:cxnSpMk id="86" creationId="{E24E9FFC-2593-483C-BE36-4F6E265E3184}"/>
          </ac:cxnSpMkLst>
        </pc:cxnChg>
        <pc:cxnChg chg="mod topLvl">
          <ac:chgData name="" userId="76e769b00277fb27" providerId="LiveId" clId="{87FF5769-43E6-4012-AE57-0B23ED1B38C1}" dt="2023-02-27T06:41:50.166" v="3555" actId="165"/>
          <ac:cxnSpMkLst>
            <pc:docMk/>
            <pc:sldMk cId="1114242940" sldId="269"/>
            <ac:cxnSpMk id="87" creationId="{484A1BDF-0054-472D-8AF8-2DCDDA3DD8EB}"/>
          </ac:cxnSpMkLst>
        </pc:cxnChg>
        <pc:cxnChg chg="del mod topLvl">
          <ac:chgData name="" userId="76e769b00277fb27" providerId="LiveId" clId="{87FF5769-43E6-4012-AE57-0B23ED1B38C1}" dt="2023-02-25T07:38:25.264" v="1992" actId="478"/>
          <ac:cxnSpMkLst>
            <pc:docMk/>
            <pc:sldMk cId="1114242940" sldId="269"/>
            <ac:cxnSpMk id="87" creationId="{4C56807D-3FBE-4728-9421-786A5E5A4168}"/>
          </ac:cxnSpMkLst>
        </pc:cxnChg>
        <pc:cxnChg chg="mod topLvl">
          <ac:chgData name="" userId="76e769b00277fb27" providerId="LiveId" clId="{87FF5769-43E6-4012-AE57-0B23ED1B38C1}" dt="2023-02-27T06:41:50.166" v="3555" actId="165"/>
          <ac:cxnSpMkLst>
            <pc:docMk/>
            <pc:sldMk cId="1114242940" sldId="269"/>
            <ac:cxnSpMk id="88" creationId="{59CA06F1-B771-4296-864B-A5D034FBBEEE}"/>
          </ac:cxnSpMkLst>
        </pc:cxnChg>
        <pc:cxnChg chg="mod topLvl">
          <ac:chgData name="" userId="76e769b00277fb27" providerId="LiveId" clId="{87FF5769-43E6-4012-AE57-0B23ED1B38C1}" dt="2023-02-27T06:41:50.166" v="3555" actId="165"/>
          <ac:cxnSpMkLst>
            <pc:docMk/>
            <pc:sldMk cId="1114242940" sldId="269"/>
            <ac:cxnSpMk id="89" creationId="{BB88EEA2-297B-4D52-8E87-8D12B82EAB6A}"/>
          </ac:cxnSpMkLst>
        </pc:cxnChg>
        <pc:cxnChg chg="mod">
          <ac:chgData name="" userId="76e769b00277fb27" providerId="LiveId" clId="{87FF5769-43E6-4012-AE57-0B23ED1B38C1}" dt="2023-02-25T07:38:00.531" v="1990" actId="478"/>
          <ac:cxnSpMkLst>
            <pc:docMk/>
            <pc:sldMk cId="1114242940" sldId="269"/>
            <ac:cxnSpMk id="89" creationId="{CF17A1C6-81AA-4310-8C62-5D989BA840C3}"/>
          </ac:cxnSpMkLst>
        </pc:cxnChg>
        <pc:cxnChg chg="mod topLvl">
          <ac:chgData name="" userId="76e769b00277fb27" providerId="LiveId" clId="{87FF5769-43E6-4012-AE57-0B23ED1B38C1}" dt="2023-02-27T06:41:50.166" v="3555" actId="165"/>
          <ac:cxnSpMkLst>
            <pc:docMk/>
            <pc:sldMk cId="1114242940" sldId="269"/>
            <ac:cxnSpMk id="91" creationId="{7FC7D4AD-9F82-4014-A9D3-00E72E87CB61}"/>
          </ac:cxnSpMkLst>
        </pc:cxnChg>
        <pc:cxnChg chg="mod topLvl">
          <ac:chgData name="" userId="76e769b00277fb27" providerId="LiveId" clId="{87FF5769-43E6-4012-AE57-0B23ED1B38C1}" dt="2023-02-27T06:41:50.166" v="3555" actId="165"/>
          <ac:cxnSpMkLst>
            <pc:docMk/>
            <pc:sldMk cId="1114242940" sldId="269"/>
            <ac:cxnSpMk id="93" creationId="{31BD9572-675E-4571-A8BC-DAEDC48B122B}"/>
          </ac:cxnSpMkLst>
        </pc:cxnChg>
        <pc:cxnChg chg="mod topLvl">
          <ac:chgData name="" userId="76e769b00277fb27" providerId="LiveId" clId="{87FF5769-43E6-4012-AE57-0B23ED1B38C1}" dt="2023-02-27T06:41:50.166" v="3555" actId="165"/>
          <ac:cxnSpMkLst>
            <pc:docMk/>
            <pc:sldMk cId="1114242940" sldId="269"/>
            <ac:cxnSpMk id="95" creationId="{3150E04F-11E3-4EDF-B86B-1E515EA0CC29}"/>
          </ac:cxnSpMkLst>
        </pc:cxnChg>
        <pc:cxnChg chg="add del mod">
          <ac:chgData name="" userId="76e769b00277fb27" providerId="LiveId" clId="{87FF5769-43E6-4012-AE57-0B23ED1B38C1}" dt="2023-02-25T07:38:53.794" v="1998"/>
          <ac:cxnSpMkLst>
            <pc:docMk/>
            <pc:sldMk cId="1114242940" sldId="269"/>
            <ac:cxnSpMk id="99" creationId="{D343E6F6-6CA4-43FC-8C5E-FF39F458C2E8}"/>
          </ac:cxnSpMkLst>
        </pc:cxnChg>
        <pc:cxnChg chg="add del mod">
          <ac:chgData name="" userId="76e769b00277fb27" providerId="LiveId" clId="{87FF5769-43E6-4012-AE57-0B23ED1B38C1}" dt="2023-02-25T07:38:53.794" v="1998"/>
          <ac:cxnSpMkLst>
            <pc:docMk/>
            <pc:sldMk cId="1114242940" sldId="269"/>
            <ac:cxnSpMk id="100" creationId="{A383948D-F97B-4F1A-94B9-A90F22808199}"/>
          </ac:cxnSpMkLst>
        </pc:cxnChg>
        <pc:cxnChg chg="add del mod">
          <ac:chgData name="" userId="76e769b00277fb27" providerId="LiveId" clId="{87FF5769-43E6-4012-AE57-0B23ED1B38C1}" dt="2023-02-25T07:38:53.794" v="1998"/>
          <ac:cxnSpMkLst>
            <pc:docMk/>
            <pc:sldMk cId="1114242940" sldId="269"/>
            <ac:cxnSpMk id="101" creationId="{D3861D90-5DCB-4F30-B9BC-CB9B8C4578BF}"/>
          </ac:cxnSpMkLst>
        </pc:cxnChg>
        <pc:cxnChg chg="add del mod">
          <ac:chgData name="" userId="76e769b00277fb27" providerId="LiveId" clId="{87FF5769-43E6-4012-AE57-0B23ED1B38C1}" dt="2023-02-25T07:38:53.794" v="1998"/>
          <ac:cxnSpMkLst>
            <pc:docMk/>
            <pc:sldMk cId="1114242940" sldId="269"/>
            <ac:cxnSpMk id="102" creationId="{4B2CE47E-7D23-4274-88F9-443C8AEA3B96}"/>
          </ac:cxnSpMkLst>
        </pc:cxnChg>
        <pc:cxnChg chg="add del mod">
          <ac:chgData name="" userId="76e769b00277fb27" providerId="LiveId" clId="{87FF5769-43E6-4012-AE57-0B23ED1B38C1}" dt="2023-02-25T07:38:53.794" v="1998"/>
          <ac:cxnSpMkLst>
            <pc:docMk/>
            <pc:sldMk cId="1114242940" sldId="269"/>
            <ac:cxnSpMk id="103" creationId="{DF37EED7-3800-4286-B788-32B43E85617D}"/>
          </ac:cxnSpMkLst>
        </pc:cxnChg>
        <pc:cxnChg chg="add del mod">
          <ac:chgData name="" userId="76e769b00277fb27" providerId="LiveId" clId="{87FF5769-43E6-4012-AE57-0B23ED1B38C1}" dt="2023-02-25T07:38:53.794" v="1998"/>
          <ac:cxnSpMkLst>
            <pc:docMk/>
            <pc:sldMk cId="1114242940" sldId="269"/>
            <ac:cxnSpMk id="105" creationId="{A5AD2FBC-5DA3-4374-9152-62EABCC4668C}"/>
          </ac:cxnSpMkLst>
        </pc:cxnChg>
        <pc:cxnChg chg="add del mod">
          <ac:chgData name="" userId="76e769b00277fb27" providerId="LiveId" clId="{87FF5769-43E6-4012-AE57-0B23ED1B38C1}" dt="2023-02-25T07:38:53.794" v="1998"/>
          <ac:cxnSpMkLst>
            <pc:docMk/>
            <pc:sldMk cId="1114242940" sldId="269"/>
            <ac:cxnSpMk id="106" creationId="{A64A9895-6962-443E-A473-D3AD5E2426BA}"/>
          </ac:cxnSpMkLst>
        </pc:cxnChg>
        <pc:cxnChg chg="add del mod">
          <ac:chgData name="" userId="76e769b00277fb27" providerId="LiveId" clId="{87FF5769-43E6-4012-AE57-0B23ED1B38C1}" dt="2023-02-25T07:38:53.794" v="1998"/>
          <ac:cxnSpMkLst>
            <pc:docMk/>
            <pc:sldMk cId="1114242940" sldId="269"/>
            <ac:cxnSpMk id="108" creationId="{4CB12DB7-A2C6-4B27-94CF-736FB7B6CB07}"/>
          </ac:cxnSpMkLst>
        </pc:cxnChg>
        <pc:cxnChg chg="add del mod">
          <ac:chgData name="" userId="76e769b00277fb27" providerId="LiveId" clId="{87FF5769-43E6-4012-AE57-0B23ED1B38C1}" dt="2023-03-07T06:05:46.521" v="5716" actId="14100"/>
          <ac:cxnSpMkLst>
            <pc:docMk/>
            <pc:sldMk cId="1114242940" sldId="269"/>
            <ac:cxnSpMk id="110" creationId="{D63AE678-7CFB-4A79-8A96-7021EE2A2D57}"/>
          </ac:cxnSpMkLst>
        </pc:cxnChg>
        <pc:cxnChg chg="mod topLvl">
          <ac:chgData name="" userId="76e769b00277fb27" providerId="LiveId" clId="{87FF5769-43E6-4012-AE57-0B23ED1B38C1}" dt="2023-02-27T02:54:00.486" v="2229" actId="164"/>
          <ac:cxnSpMkLst>
            <pc:docMk/>
            <pc:sldMk cId="1114242940" sldId="269"/>
            <ac:cxnSpMk id="124" creationId="{7CA939D9-5C89-4E9B-A65E-F48510A70D04}"/>
          </ac:cxnSpMkLst>
        </pc:cxnChg>
        <pc:cxnChg chg="mod topLvl">
          <ac:chgData name="" userId="76e769b00277fb27" providerId="LiveId" clId="{87FF5769-43E6-4012-AE57-0B23ED1B38C1}" dt="2023-02-27T02:54:00.486" v="2229" actId="164"/>
          <ac:cxnSpMkLst>
            <pc:docMk/>
            <pc:sldMk cId="1114242940" sldId="269"/>
            <ac:cxnSpMk id="125" creationId="{B62D0589-C739-4291-879C-AEA3A20B9314}"/>
          </ac:cxnSpMkLst>
        </pc:cxnChg>
        <pc:cxnChg chg="mod topLvl">
          <ac:chgData name="" userId="76e769b00277fb27" providerId="LiveId" clId="{87FF5769-43E6-4012-AE57-0B23ED1B38C1}" dt="2023-02-27T02:54:00.486" v="2229" actId="164"/>
          <ac:cxnSpMkLst>
            <pc:docMk/>
            <pc:sldMk cId="1114242940" sldId="269"/>
            <ac:cxnSpMk id="126" creationId="{98EE3C7C-88AE-4FB7-85EE-6349CF602895}"/>
          </ac:cxnSpMkLst>
        </pc:cxnChg>
        <pc:cxnChg chg="mod topLvl">
          <ac:chgData name="" userId="76e769b00277fb27" providerId="LiveId" clId="{87FF5769-43E6-4012-AE57-0B23ED1B38C1}" dt="2023-02-27T02:54:00.486" v="2229" actId="164"/>
          <ac:cxnSpMkLst>
            <pc:docMk/>
            <pc:sldMk cId="1114242940" sldId="269"/>
            <ac:cxnSpMk id="127" creationId="{932AA2B1-DF40-4FAE-81AD-024EAF70A6F8}"/>
          </ac:cxnSpMkLst>
        </pc:cxnChg>
        <pc:cxnChg chg="mod topLvl">
          <ac:chgData name="" userId="76e769b00277fb27" providerId="LiveId" clId="{87FF5769-43E6-4012-AE57-0B23ED1B38C1}" dt="2023-02-27T02:54:00.486" v="2229" actId="164"/>
          <ac:cxnSpMkLst>
            <pc:docMk/>
            <pc:sldMk cId="1114242940" sldId="269"/>
            <ac:cxnSpMk id="128" creationId="{1822B0AD-FA24-4E0F-A6A1-4FBCA4039289}"/>
          </ac:cxnSpMkLst>
        </pc:cxnChg>
        <pc:cxnChg chg="mod topLvl">
          <ac:chgData name="" userId="76e769b00277fb27" providerId="LiveId" clId="{87FF5769-43E6-4012-AE57-0B23ED1B38C1}" dt="2023-02-27T02:54:00.486" v="2229" actId="164"/>
          <ac:cxnSpMkLst>
            <pc:docMk/>
            <pc:sldMk cId="1114242940" sldId="269"/>
            <ac:cxnSpMk id="130" creationId="{691DA6CB-46EF-4D18-B8B0-7513AD68C563}"/>
          </ac:cxnSpMkLst>
        </pc:cxnChg>
        <pc:cxnChg chg="mod topLvl">
          <ac:chgData name="" userId="76e769b00277fb27" providerId="LiveId" clId="{87FF5769-43E6-4012-AE57-0B23ED1B38C1}" dt="2023-02-27T02:54:00.486" v="2229" actId="164"/>
          <ac:cxnSpMkLst>
            <pc:docMk/>
            <pc:sldMk cId="1114242940" sldId="269"/>
            <ac:cxnSpMk id="131" creationId="{FD0BD7C6-EC42-423D-AB38-B10247709E2A}"/>
          </ac:cxnSpMkLst>
        </pc:cxnChg>
        <pc:cxnChg chg="mod topLvl">
          <ac:chgData name="" userId="76e769b00277fb27" providerId="LiveId" clId="{87FF5769-43E6-4012-AE57-0B23ED1B38C1}" dt="2023-02-27T02:54:00.486" v="2229" actId="164"/>
          <ac:cxnSpMkLst>
            <pc:docMk/>
            <pc:sldMk cId="1114242940" sldId="269"/>
            <ac:cxnSpMk id="133" creationId="{F8CF5E5B-D273-4B1C-8AC2-22457F6C91A5}"/>
          </ac:cxnSpMkLst>
        </pc:cxnChg>
        <pc:cxnChg chg="del mod topLvl">
          <ac:chgData name="" userId="76e769b00277fb27" providerId="LiveId" clId="{87FF5769-43E6-4012-AE57-0B23ED1B38C1}" dt="2023-02-25T07:38:25.264" v="1992" actId="478"/>
          <ac:cxnSpMkLst>
            <pc:docMk/>
            <pc:sldMk cId="1114242940" sldId="269"/>
            <ac:cxnSpMk id="135" creationId="{3FA7C4F5-B53B-4BE3-8141-B592A977ADAB}"/>
          </ac:cxnSpMkLst>
        </pc:cxnChg>
        <pc:cxnChg chg="mod">
          <ac:chgData name="" userId="76e769b00277fb27" providerId="LiveId" clId="{87FF5769-43E6-4012-AE57-0B23ED1B38C1}" dt="2023-02-27T06:39:58.418" v="3478" actId="1076"/>
          <ac:cxnSpMkLst>
            <pc:docMk/>
            <pc:sldMk cId="1114242940" sldId="269"/>
            <ac:cxnSpMk id="135" creationId="{96C4963A-D527-495F-B221-0FFAF4C53B00}"/>
          </ac:cxnSpMkLst>
        </pc:cxnChg>
        <pc:cxnChg chg="del mod topLvl">
          <ac:chgData name="" userId="76e769b00277fb27" providerId="LiveId" clId="{87FF5769-43E6-4012-AE57-0B23ED1B38C1}" dt="2023-02-25T07:38:25.264" v="1992" actId="478"/>
          <ac:cxnSpMkLst>
            <pc:docMk/>
            <pc:sldMk cId="1114242940" sldId="269"/>
            <ac:cxnSpMk id="139" creationId="{65F7AE5E-CABD-46A3-B985-84BE46CA01FC}"/>
          </ac:cxnSpMkLst>
        </pc:cxnChg>
        <pc:cxnChg chg="mod">
          <ac:chgData name="" userId="76e769b00277fb27" providerId="LiveId" clId="{87FF5769-43E6-4012-AE57-0B23ED1B38C1}" dt="2023-03-07T06:13:29.832" v="5723" actId="478"/>
          <ac:cxnSpMkLst>
            <pc:docMk/>
            <pc:sldMk cId="1114242940" sldId="269"/>
            <ac:cxnSpMk id="149" creationId="{6FEDB98A-4DD8-48CE-9960-D8DDB1B47C97}"/>
          </ac:cxnSpMkLst>
        </pc:cxnChg>
        <pc:cxnChg chg="add mod">
          <ac:chgData name="" userId="76e769b00277fb27" providerId="LiveId" clId="{87FF5769-43E6-4012-AE57-0B23ED1B38C1}" dt="2023-02-27T02:56:35.253" v="2244" actId="164"/>
          <ac:cxnSpMkLst>
            <pc:docMk/>
            <pc:sldMk cId="1114242940" sldId="269"/>
            <ac:cxnSpMk id="150" creationId="{5FA16F08-F8AD-4969-BEB9-2A1B7E5F2858}"/>
          </ac:cxnSpMkLst>
        </pc:cxnChg>
        <pc:cxnChg chg="add mod">
          <ac:chgData name="" userId="76e769b00277fb27" providerId="LiveId" clId="{87FF5769-43E6-4012-AE57-0B23ED1B38C1}" dt="2023-02-27T02:56:35.253" v="2244" actId="164"/>
          <ac:cxnSpMkLst>
            <pc:docMk/>
            <pc:sldMk cId="1114242940" sldId="269"/>
            <ac:cxnSpMk id="152" creationId="{1138D746-EBCF-4BC6-A29D-5A5A76728656}"/>
          </ac:cxnSpMkLst>
        </pc:cxnChg>
        <pc:cxnChg chg="mod">
          <ac:chgData name="" userId="76e769b00277fb27" providerId="LiveId" clId="{87FF5769-43E6-4012-AE57-0B23ED1B38C1}" dt="2023-02-27T06:39:58.418" v="3478" actId="1076"/>
          <ac:cxnSpMkLst>
            <pc:docMk/>
            <pc:sldMk cId="1114242940" sldId="269"/>
            <ac:cxnSpMk id="157" creationId="{86CFC7E5-23A0-450C-B53D-9B8A600F7C93}"/>
          </ac:cxnSpMkLst>
        </pc:cxnChg>
        <pc:cxnChg chg="mod">
          <ac:chgData name="" userId="76e769b00277fb27" providerId="LiveId" clId="{87FF5769-43E6-4012-AE57-0B23ED1B38C1}" dt="2023-03-07T06:13:29.832" v="5723" actId="478"/>
          <ac:cxnSpMkLst>
            <pc:docMk/>
            <pc:sldMk cId="1114242940" sldId="269"/>
            <ac:cxnSpMk id="159" creationId="{A6638429-8EBF-47E6-BCDF-49BA80B8FB65}"/>
          </ac:cxnSpMkLst>
        </pc:cxnChg>
        <pc:cxnChg chg="mod">
          <ac:chgData name="" userId="76e769b00277fb27" providerId="LiveId" clId="{87FF5769-43E6-4012-AE57-0B23ED1B38C1}" dt="2023-03-07T06:13:29.832" v="5723" actId="478"/>
          <ac:cxnSpMkLst>
            <pc:docMk/>
            <pc:sldMk cId="1114242940" sldId="269"/>
            <ac:cxnSpMk id="160" creationId="{1FD38FD8-8FBA-4602-9ABD-9177666FF394}"/>
          </ac:cxnSpMkLst>
        </pc:cxnChg>
        <pc:cxnChg chg="mod">
          <ac:chgData name="" userId="76e769b00277fb27" providerId="LiveId" clId="{87FF5769-43E6-4012-AE57-0B23ED1B38C1}" dt="2023-03-07T06:13:29.832" v="5723" actId="478"/>
          <ac:cxnSpMkLst>
            <pc:docMk/>
            <pc:sldMk cId="1114242940" sldId="269"/>
            <ac:cxnSpMk id="161" creationId="{0ED640E9-7E63-4476-93E9-753C7F302115}"/>
          </ac:cxnSpMkLst>
        </pc:cxnChg>
        <pc:cxnChg chg="del mod topLvl">
          <ac:chgData name="" userId="76e769b00277fb27" providerId="LiveId" clId="{87FF5769-43E6-4012-AE57-0B23ED1B38C1}" dt="2023-02-27T07:12:45.776" v="4118" actId="478"/>
          <ac:cxnSpMkLst>
            <pc:docMk/>
            <pc:sldMk cId="1114242940" sldId="269"/>
            <ac:cxnSpMk id="163" creationId="{A04B8494-2B48-4DE4-B096-FC8AE25D127E}"/>
          </ac:cxnSpMkLst>
        </pc:cxnChg>
        <pc:cxnChg chg="mod">
          <ac:chgData name="" userId="76e769b00277fb27" providerId="LiveId" clId="{87FF5769-43E6-4012-AE57-0B23ED1B38C1}" dt="2023-02-27T13:28:46.969" v="4659" actId="478"/>
          <ac:cxnSpMkLst>
            <pc:docMk/>
            <pc:sldMk cId="1114242940" sldId="269"/>
            <ac:cxnSpMk id="167" creationId="{052E1AA5-E64C-4160-904D-244A2F40A406}"/>
          </ac:cxnSpMkLst>
        </pc:cxnChg>
        <pc:cxnChg chg="mod">
          <ac:chgData name="" userId="76e769b00277fb27" providerId="LiveId" clId="{87FF5769-43E6-4012-AE57-0B23ED1B38C1}" dt="2023-02-27T13:28:46.969" v="4659" actId="478"/>
          <ac:cxnSpMkLst>
            <pc:docMk/>
            <pc:sldMk cId="1114242940" sldId="269"/>
            <ac:cxnSpMk id="168" creationId="{19AB4895-E00A-45C9-ABF1-315309DBAEE4}"/>
          </ac:cxnSpMkLst>
        </pc:cxnChg>
        <pc:cxnChg chg="add mod topLvl">
          <ac:chgData name="" userId="76e769b00277fb27" providerId="LiveId" clId="{87FF5769-43E6-4012-AE57-0B23ED1B38C1}" dt="2023-03-07T06:02:02.599" v="5685" actId="165"/>
          <ac:cxnSpMkLst>
            <pc:docMk/>
            <pc:sldMk cId="1114242940" sldId="269"/>
            <ac:cxnSpMk id="168" creationId="{33B15019-AC61-453E-A6E3-53325EEE5145}"/>
          </ac:cxnSpMkLst>
        </pc:cxnChg>
        <pc:cxnChg chg="del mod topLvl">
          <ac:chgData name="" userId="76e769b00277fb27" providerId="LiveId" clId="{87FF5769-43E6-4012-AE57-0B23ED1B38C1}" dt="2023-02-27T07:12:45.776" v="4118" actId="478"/>
          <ac:cxnSpMkLst>
            <pc:docMk/>
            <pc:sldMk cId="1114242940" sldId="269"/>
            <ac:cxnSpMk id="171" creationId="{0E47267A-1C06-41DB-A3FF-8D4326EE6271}"/>
          </ac:cxnSpMkLst>
        </pc:cxnChg>
        <pc:cxnChg chg="del mod topLvl">
          <ac:chgData name="" userId="76e769b00277fb27" providerId="LiveId" clId="{87FF5769-43E6-4012-AE57-0B23ED1B38C1}" dt="2023-02-27T07:12:45.776" v="4118" actId="478"/>
          <ac:cxnSpMkLst>
            <pc:docMk/>
            <pc:sldMk cId="1114242940" sldId="269"/>
            <ac:cxnSpMk id="172" creationId="{AB101FF6-3EEC-4173-B34B-9CF7D34B6DB2}"/>
          </ac:cxnSpMkLst>
        </pc:cxnChg>
        <pc:cxnChg chg="del mod topLvl">
          <ac:chgData name="" userId="76e769b00277fb27" providerId="LiveId" clId="{87FF5769-43E6-4012-AE57-0B23ED1B38C1}" dt="2023-02-27T07:12:45.776" v="4118" actId="478"/>
          <ac:cxnSpMkLst>
            <pc:docMk/>
            <pc:sldMk cId="1114242940" sldId="269"/>
            <ac:cxnSpMk id="173" creationId="{9CB07BBA-14B6-4443-B993-0D5EB8AF0709}"/>
          </ac:cxnSpMkLst>
        </pc:cxnChg>
        <pc:cxnChg chg="add mod">
          <ac:chgData name="" userId="76e769b00277fb27" providerId="LiveId" clId="{87FF5769-43E6-4012-AE57-0B23ED1B38C1}" dt="2023-03-06T05:09:53.089" v="5503"/>
          <ac:cxnSpMkLst>
            <pc:docMk/>
            <pc:sldMk cId="1114242940" sldId="269"/>
            <ac:cxnSpMk id="176" creationId="{7A921508-4A6F-488D-BDFA-0063E83676D9}"/>
          </ac:cxnSpMkLst>
        </pc:cxnChg>
        <pc:cxnChg chg="add mod">
          <ac:chgData name="" userId="76e769b00277fb27" providerId="LiveId" clId="{87FF5769-43E6-4012-AE57-0B23ED1B38C1}" dt="2023-03-06T05:09:53.089" v="5503"/>
          <ac:cxnSpMkLst>
            <pc:docMk/>
            <pc:sldMk cId="1114242940" sldId="269"/>
            <ac:cxnSpMk id="177" creationId="{F9E4E38A-5C02-49A8-AECC-1DD7D1C3B923}"/>
          </ac:cxnSpMkLst>
        </pc:cxnChg>
        <pc:cxnChg chg="add mod ord">
          <ac:chgData name="" userId="76e769b00277fb27" providerId="LiveId" clId="{87FF5769-43E6-4012-AE57-0B23ED1B38C1}" dt="2023-03-07T06:13:16.794" v="5721" actId="478"/>
          <ac:cxnSpMkLst>
            <pc:docMk/>
            <pc:sldMk cId="1114242940" sldId="269"/>
            <ac:cxnSpMk id="178" creationId="{0BA3AD85-F5B0-4D26-8451-76FBA828F332}"/>
          </ac:cxnSpMkLst>
        </pc:cxnChg>
        <pc:cxnChg chg="add mod ord">
          <ac:chgData name="" userId="76e769b00277fb27" providerId="LiveId" clId="{87FF5769-43E6-4012-AE57-0B23ED1B38C1}" dt="2023-03-07T06:13:10.546" v="5719" actId="478"/>
          <ac:cxnSpMkLst>
            <pc:docMk/>
            <pc:sldMk cId="1114242940" sldId="269"/>
            <ac:cxnSpMk id="179" creationId="{73B4C01D-EEA2-4AEA-9A41-F1F612919C01}"/>
          </ac:cxnSpMkLst>
        </pc:cxnChg>
        <pc:cxnChg chg="add mod">
          <ac:chgData name="" userId="76e769b00277fb27" providerId="LiveId" clId="{87FF5769-43E6-4012-AE57-0B23ED1B38C1}" dt="2023-03-06T05:09:53.089" v="5503"/>
          <ac:cxnSpMkLst>
            <pc:docMk/>
            <pc:sldMk cId="1114242940" sldId="269"/>
            <ac:cxnSpMk id="180" creationId="{56C2F135-AA2E-40B0-92E0-7369F45D9183}"/>
          </ac:cxnSpMkLst>
        </pc:cxnChg>
        <pc:cxnChg chg="mod">
          <ac:chgData name="" userId="76e769b00277fb27" providerId="LiveId" clId="{87FF5769-43E6-4012-AE57-0B23ED1B38C1}" dt="2023-03-06T04:50:19.259" v="5426" actId="478"/>
          <ac:cxnSpMkLst>
            <pc:docMk/>
            <pc:sldMk cId="1114242940" sldId="269"/>
            <ac:cxnSpMk id="184" creationId="{201A02B1-2444-4F70-97E5-631B52ED543D}"/>
          </ac:cxnSpMkLst>
        </pc:cxnChg>
        <pc:cxnChg chg="mod">
          <ac:chgData name="" userId="76e769b00277fb27" providerId="LiveId" clId="{87FF5769-43E6-4012-AE57-0B23ED1B38C1}" dt="2023-03-06T04:50:19.259" v="5426" actId="478"/>
          <ac:cxnSpMkLst>
            <pc:docMk/>
            <pc:sldMk cId="1114242940" sldId="269"/>
            <ac:cxnSpMk id="190" creationId="{5BFDF885-86CC-4F2C-A5C8-3C228261426A}"/>
          </ac:cxnSpMkLst>
        </pc:cxnChg>
        <pc:cxnChg chg="mod">
          <ac:chgData name="" userId="76e769b00277fb27" providerId="LiveId" clId="{87FF5769-43E6-4012-AE57-0B23ED1B38C1}" dt="2023-03-06T04:50:19.259" v="5426" actId="478"/>
          <ac:cxnSpMkLst>
            <pc:docMk/>
            <pc:sldMk cId="1114242940" sldId="269"/>
            <ac:cxnSpMk id="191" creationId="{BD7DDB3B-08CD-42DA-9D2D-C9FF7BFA081B}"/>
          </ac:cxnSpMkLst>
        </pc:cxnChg>
        <pc:cxnChg chg="mod">
          <ac:chgData name="" userId="76e769b00277fb27" providerId="LiveId" clId="{87FF5769-43E6-4012-AE57-0B23ED1B38C1}" dt="2023-03-06T04:50:19.259" v="5426" actId="478"/>
          <ac:cxnSpMkLst>
            <pc:docMk/>
            <pc:sldMk cId="1114242940" sldId="269"/>
            <ac:cxnSpMk id="192" creationId="{3BE7EC8D-D5D4-401E-8311-435205F661E1}"/>
          </ac:cxnSpMkLst>
        </pc:cxnChg>
        <pc:cxnChg chg="add mod topLvl">
          <ac:chgData name="" userId="76e769b00277fb27" providerId="LiveId" clId="{87FF5769-43E6-4012-AE57-0B23ED1B38C1}" dt="2023-03-07T06:02:02.599" v="5685" actId="165"/>
          <ac:cxnSpMkLst>
            <pc:docMk/>
            <pc:sldMk cId="1114242940" sldId="269"/>
            <ac:cxnSpMk id="205" creationId="{9506EA1A-36F4-4003-8CA3-26264CC53BD3}"/>
          </ac:cxnSpMkLst>
        </pc:cxnChg>
        <pc:cxnChg chg="mod">
          <ac:chgData name="" userId="76e769b00277fb27" providerId="LiveId" clId="{87FF5769-43E6-4012-AE57-0B23ED1B38C1}" dt="2023-02-27T14:04:32.906" v="4919" actId="478"/>
          <ac:cxnSpMkLst>
            <pc:docMk/>
            <pc:sldMk cId="1114242940" sldId="269"/>
            <ac:cxnSpMk id="240" creationId="{794F5F16-EE0C-4687-B05E-0FDFBF175F9E}"/>
          </ac:cxnSpMkLst>
        </pc:cxnChg>
        <pc:cxnChg chg="mod">
          <ac:chgData name="" userId="76e769b00277fb27" providerId="LiveId" clId="{87FF5769-43E6-4012-AE57-0B23ED1B38C1}" dt="2023-02-27T14:04:32.906" v="4919" actId="478"/>
          <ac:cxnSpMkLst>
            <pc:docMk/>
            <pc:sldMk cId="1114242940" sldId="269"/>
            <ac:cxnSpMk id="241" creationId="{4517E4E6-D6BC-45E9-99B8-EEBEB19DA351}"/>
          </ac:cxnSpMkLst>
        </pc:cxnChg>
        <pc:cxnChg chg="mod">
          <ac:chgData name="" userId="76e769b00277fb27" providerId="LiveId" clId="{87FF5769-43E6-4012-AE57-0B23ED1B38C1}" dt="2023-02-27T14:21:08.972" v="5059" actId="478"/>
          <ac:cxnSpMkLst>
            <pc:docMk/>
            <pc:sldMk cId="1114242940" sldId="269"/>
            <ac:cxnSpMk id="245" creationId="{E32681A6-B293-4848-B238-C691F461D8FC}"/>
          </ac:cxnSpMkLst>
        </pc:cxnChg>
        <pc:cxnChg chg="mod">
          <ac:chgData name="" userId="76e769b00277fb27" providerId="LiveId" clId="{87FF5769-43E6-4012-AE57-0B23ED1B38C1}" dt="2023-02-27T14:21:08.972" v="5059" actId="478"/>
          <ac:cxnSpMkLst>
            <pc:docMk/>
            <pc:sldMk cId="1114242940" sldId="269"/>
            <ac:cxnSpMk id="256" creationId="{5BD75DB5-2852-407D-B8B6-08A8A53BB185}"/>
          </ac:cxnSpMkLst>
        </pc:cxnChg>
        <pc:cxnChg chg="mod">
          <ac:chgData name="" userId="76e769b00277fb27" providerId="LiveId" clId="{87FF5769-43E6-4012-AE57-0B23ED1B38C1}" dt="2023-02-27T14:21:08.972" v="5059" actId="478"/>
          <ac:cxnSpMkLst>
            <pc:docMk/>
            <pc:sldMk cId="1114242940" sldId="269"/>
            <ac:cxnSpMk id="257" creationId="{D9A22003-E0F6-4642-A2F0-F8B3940735C7}"/>
          </ac:cxnSpMkLst>
        </pc:cxnChg>
        <pc:cxnChg chg="mod">
          <ac:chgData name="" userId="76e769b00277fb27" providerId="LiveId" clId="{87FF5769-43E6-4012-AE57-0B23ED1B38C1}" dt="2023-03-07T06:05:37.908" v="5712" actId="478"/>
          <ac:cxnSpMkLst>
            <pc:docMk/>
            <pc:sldMk cId="1114242940" sldId="269"/>
            <ac:cxnSpMk id="272" creationId="{913AF525-B72E-46C7-86A7-0A835C153ACC}"/>
          </ac:cxnSpMkLst>
        </pc:cxnChg>
        <pc:cxnChg chg="mod">
          <ac:chgData name="" userId="76e769b00277fb27" providerId="LiveId" clId="{87FF5769-43E6-4012-AE57-0B23ED1B38C1}" dt="2023-03-07T06:05:37.908" v="5712" actId="478"/>
          <ac:cxnSpMkLst>
            <pc:docMk/>
            <pc:sldMk cId="1114242940" sldId="269"/>
            <ac:cxnSpMk id="273" creationId="{E114DFF5-CEBF-4B24-8183-14E35201E491}"/>
          </ac:cxnSpMkLst>
        </pc:cxnChg>
      </pc:sldChg>
      <pc:sldChg chg="addSp delSp modSp add ord">
        <pc:chgData name="" userId="76e769b00277fb27" providerId="LiveId" clId="{87FF5769-43E6-4012-AE57-0B23ED1B38C1}" dt="2023-03-06T05:09:53.089" v="5503"/>
        <pc:sldMkLst>
          <pc:docMk/>
          <pc:sldMk cId="2285616129" sldId="271"/>
        </pc:sldMkLst>
        <pc:spChg chg="del">
          <ac:chgData name="" userId="76e769b00277fb27" providerId="LiveId" clId="{87FF5769-43E6-4012-AE57-0B23ED1B38C1}" dt="2023-02-27T02:54:58.727" v="2234" actId="478"/>
          <ac:spMkLst>
            <pc:docMk/>
            <pc:sldMk cId="2285616129" sldId="271"/>
            <ac:spMk id="2" creationId="{E794B2B7-A736-45D4-91F6-63C76B297FE5}"/>
          </ac:spMkLst>
        </pc:spChg>
        <pc:spChg chg="del">
          <ac:chgData name="" userId="76e769b00277fb27" providerId="LiveId" clId="{87FF5769-43E6-4012-AE57-0B23ED1B38C1}" dt="2023-02-27T02:54:58.727" v="2234" actId="478"/>
          <ac:spMkLst>
            <pc:docMk/>
            <pc:sldMk cId="2285616129" sldId="271"/>
            <ac:spMk id="3" creationId="{A9630753-408F-4A33-AD63-FF9838FDC59A}"/>
          </ac:spMkLst>
        </pc:spChg>
        <pc:spChg chg="add del">
          <ac:chgData name="" userId="76e769b00277fb27" providerId="LiveId" clId="{87FF5769-43E6-4012-AE57-0B23ED1B38C1}" dt="2023-02-27T03:00:49.766" v="2283" actId="478"/>
          <ac:spMkLst>
            <pc:docMk/>
            <pc:sldMk cId="2285616129" sldId="271"/>
            <ac:spMk id="4" creationId="{C556C70D-DBFF-4A90-94EE-2F401C71DAB8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285616129" sldId="271"/>
            <ac:spMk id="6" creationId="{2D9C6173-6EED-4DE2-B835-C99CB9F07C2B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285616129" sldId="271"/>
            <ac:spMk id="7" creationId="{025E6C19-3EF2-4F5D-9324-F4205EB63BEB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285616129" sldId="271"/>
            <ac:spMk id="9" creationId="{C7350E55-CFC3-438C-8496-CC344D5D7B80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285616129" sldId="271"/>
            <ac:spMk id="10" creationId="{6A4FA180-6074-4EE7-92A1-BEFAD7EBE2C1}"/>
          </ac:spMkLst>
        </pc:spChg>
        <pc:spChg chg="add del">
          <ac:chgData name="" userId="76e769b00277fb27" providerId="LiveId" clId="{87FF5769-43E6-4012-AE57-0B23ED1B38C1}" dt="2023-02-27T03:26:51.087" v="2404" actId="478"/>
          <ac:spMkLst>
            <pc:docMk/>
            <pc:sldMk cId="2285616129" sldId="271"/>
            <ac:spMk id="14" creationId="{31D007C2-BBFE-4DD7-9EBF-920AFFF76B07}"/>
          </ac:spMkLst>
        </pc:spChg>
        <pc:spChg chg="add del mod">
          <ac:chgData name="" userId="76e769b00277fb27" providerId="LiveId" clId="{87FF5769-43E6-4012-AE57-0B23ED1B38C1}" dt="2023-02-27T03:26:48.820" v="2403" actId="478"/>
          <ac:spMkLst>
            <pc:docMk/>
            <pc:sldMk cId="2285616129" sldId="271"/>
            <ac:spMk id="15" creationId="{D503CC31-0BD9-4E4A-8BB8-72C4D66CEA39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285616129" sldId="271"/>
            <ac:spMk id="16" creationId="{47D053AC-144C-45B9-BDF0-F77C9546F9F7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285616129" sldId="271"/>
            <ac:spMk id="26" creationId="{AD56123B-0795-4636-A9F9-5CF688DC0510}"/>
          </ac:spMkLst>
        </pc:spChg>
        <pc:spChg chg="add del">
          <ac:chgData name="" userId="76e769b00277fb27" providerId="LiveId" clId="{87FF5769-43E6-4012-AE57-0B23ED1B38C1}" dt="2023-02-27T05:52:54.348" v="2944"/>
          <ac:spMkLst>
            <pc:docMk/>
            <pc:sldMk cId="2285616129" sldId="271"/>
            <ac:spMk id="27" creationId="{F88A47F5-B1F0-40C9-B1DE-1D211403DE3B}"/>
          </ac:spMkLst>
        </pc:spChg>
        <pc:graphicFrameChg chg="add del mod">
          <ac:chgData name="" userId="76e769b00277fb27" providerId="LiveId" clId="{87FF5769-43E6-4012-AE57-0B23ED1B38C1}" dt="2023-02-27T04:57:56.795" v="2909" actId="478"/>
          <ac:graphicFrameMkLst>
            <pc:docMk/>
            <pc:sldMk cId="2285616129" sldId="271"/>
            <ac:graphicFrameMk id="17" creationId="{6D86DC60-FDA6-482B-AB61-365C061667E3}"/>
          </ac:graphicFrameMkLst>
        </pc:graphicFrameChg>
        <pc:graphicFrameChg chg="add del mod">
          <ac:chgData name="" userId="76e769b00277fb27" providerId="LiveId" clId="{87FF5769-43E6-4012-AE57-0B23ED1B38C1}" dt="2023-02-27T04:57:31.064" v="2899" actId="478"/>
          <ac:graphicFrameMkLst>
            <pc:docMk/>
            <pc:sldMk cId="2285616129" sldId="271"/>
            <ac:graphicFrameMk id="23" creationId="{63C6B63B-8626-4BBF-B3BA-7074EECA7521}"/>
          </ac:graphicFrameMkLst>
        </pc:graphicFrameChg>
        <pc:graphicFrameChg chg="add mod ord">
          <ac:chgData name="" userId="76e769b00277fb27" providerId="LiveId" clId="{87FF5769-43E6-4012-AE57-0B23ED1B38C1}" dt="2023-03-06T05:09:53.089" v="5503"/>
          <ac:graphicFrameMkLst>
            <pc:docMk/>
            <pc:sldMk cId="2285616129" sldId="271"/>
            <ac:graphicFrameMk id="24" creationId="{71B2D2F3-D7AB-4669-BA2F-BC311AF02877}"/>
          </ac:graphicFrameMkLst>
        </pc:graphicFrameChg>
        <pc:picChg chg="add mod">
          <ac:chgData name="" userId="76e769b00277fb27" providerId="LiveId" clId="{87FF5769-43E6-4012-AE57-0B23ED1B38C1}" dt="2023-03-06T05:09:53.089" v="5503"/>
          <ac:picMkLst>
            <pc:docMk/>
            <pc:sldMk cId="2285616129" sldId="271"/>
            <ac:picMk id="5" creationId="{760BFCF8-7584-4F32-8772-C3CACD016664}"/>
          </ac:picMkLst>
        </pc:picChg>
        <pc:picChg chg="add del mod">
          <ac:chgData name="" userId="76e769b00277fb27" providerId="LiveId" clId="{87FF5769-43E6-4012-AE57-0B23ED1B38C1}" dt="2023-02-27T05:53:08.437" v="2945" actId="478"/>
          <ac:picMkLst>
            <pc:docMk/>
            <pc:sldMk cId="2285616129" sldId="271"/>
            <ac:picMk id="8" creationId="{AF909A6D-A97B-4E7C-9848-FDA55E7D2E71}"/>
          </ac:picMkLst>
        </pc:picChg>
        <pc:picChg chg="add del mod">
          <ac:chgData name="" userId="76e769b00277fb27" providerId="LiveId" clId="{87FF5769-43E6-4012-AE57-0B23ED1B38C1}" dt="2023-02-27T05:53:21.742" v="2950"/>
          <ac:picMkLst>
            <pc:docMk/>
            <pc:sldMk cId="2285616129" sldId="271"/>
            <ac:picMk id="28" creationId="{34BC67A5-1AAA-4F80-A62D-3277AE9EA094}"/>
          </ac:picMkLst>
        </pc:picChg>
        <pc:cxnChg chg="add mod">
          <ac:chgData name="" userId="76e769b00277fb27" providerId="LiveId" clId="{87FF5769-43E6-4012-AE57-0B23ED1B38C1}" dt="2023-03-06T05:09:53.089" v="5503"/>
          <ac:cxnSpMkLst>
            <pc:docMk/>
            <pc:sldMk cId="2285616129" sldId="271"/>
            <ac:cxnSpMk id="11" creationId="{351D4630-C459-4258-B923-8A6300A0C666}"/>
          </ac:cxnSpMkLst>
        </pc:cxnChg>
        <pc:cxnChg chg="add mod">
          <ac:chgData name="" userId="76e769b00277fb27" providerId="LiveId" clId="{87FF5769-43E6-4012-AE57-0B23ED1B38C1}" dt="2023-03-06T05:09:53.089" v="5503"/>
          <ac:cxnSpMkLst>
            <pc:docMk/>
            <pc:sldMk cId="2285616129" sldId="271"/>
            <ac:cxnSpMk id="18" creationId="{DE7E7765-739E-4BF3-A518-F28BD2BA9203}"/>
          </ac:cxnSpMkLst>
        </pc:cxnChg>
      </pc:sldChg>
      <pc:sldChg chg="addSp delSp modSp add ord">
        <pc:chgData name="" userId="76e769b00277fb27" providerId="LiveId" clId="{87FF5769-43E6-4012-AE57-0B23ED1B38C1}" dt="2023-03-06T05:09:53.089" v="5503"/>
        <pc:sldMkLst>
          <pc:docMk/>
          <pc:sldMk cId="877541620" sldId="272"/>
        </pc:sldMkLst>
        <pc:spChg chg="del">
          <ac:chgData name="" userId="76e769b00277fb27" providerId="LiveId" clId="{87FF5769-43E6-4012-AE57-0B23ED1B38C1}" dt="2023-02-27T05:51:57.930" v="2938" actId="478"/>
          <ac:spMkLst>
            <pc:docMk/>
            <pc:sldMk cId="877541620" sldId="272"/>
            <ac:spMk id="2" creationId="{56566A15-4BF4-4034-8E24-82FA486150CB}"/>
          </ac:spMkLst>
        </pc:spChg>
        <pc:spChg chg="del">
          <ac:chgData name="" userId="76e769b00277fb27" providerId="LiveId" clId="{87FF5769-43E6-4012-AE57-0B23ED1B38C1}" dt="2023-02-27T05:51:57.930" v="2938" actId="478"/>
          <ac:spMkLst>
            <pc:docMk/>
            <pc:sldMk cId="877541620" sldId="272"/>
            <ac:spMk id="3" creationId="{D53444BE-8DD7-4C43-AF81-A1A0BF7A18AD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877541620" sldId="272"/>
            <ac:spMk id="6" creationId="{C6AFC800-79B4-492C-B2E5-A3FA24E497A9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877541620" sldId="272"/>
            <ac:spMk id="7" creationId="{2C36F20B-4D7E-4ED2-860A-88D5E05A1BAA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877541620" sldId="272"/>
            <ac:spMk id="8" creationId="{ACBF751B-D3E6-4D7B-8347-8B588E3100F3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877541620" sldId="272"/>
            <ac:spMk id="9" creationId="{9BB1DC9B-00B9-4B88-80A6-B6270A21DEA5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877541620" sldId="272"/>
            <ac:spMk id="10" creationId="{80FC734B-1676-4D04-8506-ADD8B14A525E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877541620" sldId="272"/>
            <ac:spMk id="11" creationId="{D97636E5-352F-4282-8FBF-46849AAD94D0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877541620" sldId="272"/>
            <ac:spMk id="12" creationId="{6B96B46A-2E5C-43B5-BCE8-DEE2EC600FA4}"/>
          </ac:spMkLst>
        </pc:spChg>
        <pc:spChg chg="mod topLvl">
          <ac:chgData name="" userId="76e769b00277fb27" providerId="LiveId" clId="{87FF5769-43E6-4012-AE57-0B23ED1B38C1}" dt="2023-03-06T05:09:53.089" v="5503"/>
          <ac:spMkLst>
            <pc:docMk/>
            <pc:sldMk cId="877541620" sldId="272"/>
            <ac:spMk id="13" creationId="{EA1EB8BD-36BA-4176-BB2C-790EA0DB92FB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877541620" sldId="272"/>
            <ac:spMk id="14" creationId="{1B77246E-5E09-431E-A9F7-09FEF8296F3F}"/>
          </ac:spMkLst>
        </pc:spChg>
        <pc:grpChg chg="add del mod">
          <ac:chgData name="" userId="76e769b00277fb27" providerId="LiveId" clId="{87FF5769-43E6-4012-AE57-0B23ED1B38C1}" dt="2023-02-27T06:11:40.125" v="3263" actId="165"/>
          <ac:grpSpMkLst>
            <pc:docMk/>
            <pc:sldMk cId="877541620" sldId="272"/>
            <ac:grpSpMk id="4" creationId="{F5B92B0E-9536-45A2-B9BB-FAD13BEAFF20}"/>
          </ac:grpSpMkLst>
        </pc:grpChg>
        <pc:picChg chg="mod topLvl">
          <ac:chgData name="" userId="76e769b00277fb27" providerId="LiveId" clId="{87FF5769-43E6-4012-AE57-0B23ED1B38C1}" dt="2023-03-06T05:09:53.089" v="5503"/>
          <ac:picMkLst>
            <pc:docMk/>
            <pc:sldMk cId="877541620" sldId="272"/>
            <ac:picMk id="5" creationId="{26A5D626-A28C-44E8-BDDE-17C477C38D3F}"/>
          </ac:picMkLst>
        </pc:picChg>
      </pc:sldChg>
      <pc:sldChg chg="addSp delSp modSp add">
        <pc:chgData name="" userId="76e769b00277fb27" providerId="LiveId" clId="{87FF5769-43E6-4012-AE57-0B23ED1B38C1}" dt="2023-03-07T06:02:38.280" v="5694" actId="1076"/>
        <pc:sldMkLst>
          <pc:docMk/>
          <pc:sldMk cId="2595173446" sldId="273"/>
        </pc:sldMkLst>
        <pc:spChg chg="del">
          <ac:chgData name="" userId="76e769b00277fb27" providerId="LiveId" clId="{87FF5769-43E6-4012-AE57-0B23ED1B38C1}" dt="2023-02-27T06:06:34.411" v="3211" actId="478"/>
          <ac:spMkLst>
            <pc:docMk/>
            <pc:sldMk cId="2595173446" sldId="273"/>
            <ac:spMk id="2" creationId="{4CE14631-C12E-4094-8E32-6E08F200ECB4}"/>
          </ac:spMkLst>
        </pc:spChg>
        <pc:spChg chg="del">
          <ac:chgData name="" userId="76e769b00277fb27" providerId="LiveId" clId="{87FF5769-43E6-4012-AE57-0B23ED1B38C1}" dt="2023-02-27T06:06:34.411" v="3211" actId="478"/>
          <ac:spMkLst>
            <pc:docMk/>
            <pc:sldMk cId="2595173446" sldId="273"/>
            <ac:spMk id="3" creationId="{2CA363D0-2152-42A9-804A-809C3FD5E29A}"/>
          </ac:spMkLst>
        </pc:spChg>
        <pc:spChg chg="add del mod">
          <ac:chgData name="" userId="76e769b00277fb27" providerId="LiveId" clId="{87FF5769-43E6-4012-AE57-0B23ED1B38C1}" dt="2023-03-06T07:30:03.618" v="5539"/>
          <ac:spMkLst>
            <pc:docMk/>
            <pc:sldMk cId="2595173446" sldId="273"/>
            <ac:spMk id="3" creationId="{74182FE5-7EE5-4EFB-98EA-945ACED63611}"/>
          </ac:spMkLst>
        </pc:spChg>
        <pc:spChg chg="mod topLvl">
          <ac:chgData name="" userId="76e769b00277fb27" providerId="LiveId" clId="{87FF5769-43E6-4012-AE57-0B23ED1B38C1}" dt="2023-03-07T06:02:29.966" v="5689" actId="164"/>
          <ac:spMkLst>
            <pc:docMk/>
            <pc:sldMk cId="2595173446" sldId="273"/>
            <ac:spMk id="5" creationId="{6357B673-A646-4589-A243-1FEBB21279F2}"/>
          </ac:spMkLst>
        </pc:spChg>
        <pc:spChg chg="mod topLvl">
          <ac:chgData name="" userId="76e769b00277fb27" providerId="LiveId" clId="{87FF5769-43E6-4012-AE57-0B23ED1B38C1}" dt="2023-03-07T06:02:29.966" v="5689" actId="164"/>
          <ac:spMkLst>
            <pc:docMk/>
            <pc:sldMk cId="2595173446" sldId="273"/>
            <ac:spMk id="7" creationId="{889D5F50-08BE-4016-8303-C1A0B9EA4A1E}"/>
          </ac:spMkLst>
        </pc:spChg>
        <pc:spChg chg="mod topLvl">
          <ac:chgData name="" userId="76e769b00277fb27" providerId="LiveId" clId="{87FF5769-43E6-4012-AE57-0B23ED1B38C1}" dt="2023-03-07T06:02:29.966" v="5689" actId="164"/>
          <ac:spMkLst>
            <pc:docMk/>
            <pc:sldMk cId="2595173446" sldId="273"/>
            <ac:spMk id="9" creationId="{9D4F5ED8-B5C3-4F3D-9B66-39E3A297E03F}"/>
          </ac:spMkLst>
        </pc:spChg>
        <pc:spChg chg="mod topLvl">
          <ac:chgData name="" userId="76e769b00277fb27" providerId="LiveId" clId="{87FF5769-43E6-4012-AE57-0B23ED1B38C1}" dt="2023-03-07T06:02:29.966" v="5689" actId="164"/>
          <ac:spMkLst>
            <pc:docMk/>
            <pc:sldMk cId="2595173446" sldId="273"/>
            <ac:spMk id="11" creationId="{EAFC69FF-583D-483E-BF54-41C9DE3A7E38}"/>
          </ac:spMkLst>
        </pc:spChg>
        <pc:spChg chg="add mod">
          <ac:chgData name="" userId="76e769b00277fb27" providerId="LiveId" clId="{87FF5769-43E6-4012-AE57-0B23ED1B38C1}" dt="2023-03-06T05:09:53.089" v="5503"/>
          <ac:spMkLst>
            <pc:docMk/>
            <pc:sldMk cId="2595173446" sldId="273"/>
            <ac:spMk id="13" creationId="{43ECB8B7-646F-4F2A-9868-A176CC72E432}"/>
          </ac:spMkLst>
        </pc:spChg>
        <pc:spChg chg="add del mod">
          <ac:chgData name="" userId="76e769b00277fb27" providerId="LiveId" clId="{87FF5769-43E6-4012-AE57-0B23ED1B38C1}" dt="2023-02-27T07:15:20.611" v="4163"/>
          <ac:spMkLst>
            <pc:docMk/>
            <pc:sldMk cId="2595173446" sldId="273"/>
            <ac:spMk id="14" creationId="{38A67E14-9775-443D-ABBA-6F3A0FEC5582}"/>
          </ac:spMkLst>
        </pc:spChg>
        <pc:spChg chg="add del">
          <ac:chgData name="" userId="76e769b00277fb27" providerId="LiveId" clId="{87FF5769-43E6-4012-AE57-0B23ED1B38C1}" dt="2023-03-06T07:40:27.794" v="5543"/>
          <ac:spMkLst>
            <pc:docMk/>
            <pc:sldMk cId="2595173446" sldId="273"/>
            <ac:spMk id="14" creationId="{66B73297-B7C6-4DEF-9A95-D64C436E7073}"/>
          </ac:spMkLst>
        </pc:spChg>
        <pc:spChg chg="add mod topLvl">
          <ac:chgData name="" userId="76e769b00277fb27" providerId="LiveId" clId="{87FF5769-43E6-4012-AE57-0B23ED1B38C1}" dt="2023-03-06T07:46:00.189" v="5612" actId="164"/>
          <ac:spMkLst>
            <pc:docMk/>
            <pc:sldMk cId="2595173446" sldId="273"/>
            <ac:spMk id="16" creationId="{7B0C9258-2D8F-4F9F-88CF-DABC84D52AE8}"/>
          </ac:spMkLst>
        </pc:spChg>
        <pc:spChg chg="add mod topLvl">
          <ac:chgData name="" userId="76e769b00277fb27" providerId="LiveId" clId="{87FF5769-43E6-4012-AE57-0B23ED1B38C1}" dt="2023-03-06T07:46:00.189" v="5612" actId="164"/>
          <ac:spMkLst>
            <pc:docMk/>
            <pc:sldMk cId="2595173446" sldId="273"/>
            <ac:spMk id="17" creationId="{945CBD58-CA80-404C-9BFE-7B81CEC1D671}"/>
          </ac:spMkLst>
        </pc:spChg>
        <pc:spChg chg="add mod topLvl">
          <ac:chgData name="" userId="76e769b00277fb27" providerId="LiveId" clId="{87FF5769-43E6-4012-AE57-0B23ED1B38C1}" dt="2023-03-06T07:46:00.189" v="5612" actId="164"/>
          <ac:spMkLst>
            <pc:docMk/>
            <pc:sldMk cId="2595173446" sldId="273"/>
            <ac:spMk id="18" creationId="{4E1616D6-23C0-4031-AD43-2F4A6274E548}"/>
          </ac:spMkLst>
        </pc:spChg>
        <pc:spChg chg="add mod topLvl">
          <ac:chgData name="" userId="76e769b00277fb27" providerId="LiveId" clId="{87FF5769-43E6-4012-AE57-0B23ED1B38C1}" dt="2023-03-06T07:46:00.189" v="5612" actId="164"/>
          <ac:spMkLst>
            <pc:docMk/>
            <pc:sldMk cId="2595173446" sldId="273"/>
            <ac:spMk id="19" creationId="{7AFA3F75-4F50-4E32-9356-6068AECEF72C}"/>
          </ac:spMkLst>
        </pc:spChg>
        <pc:spChg chg="add mod topLvl">
          <ac:chgData name="" userId="76e769b00277fb27" providerId="LiveId" clId="{87FF5769-43E6-4012-AE57-0B23ED1B38C1}" dt="2023-03-06T07:46:00.189" v="5612" actId="164"/>
          <ac:spMkLst>
            <pc:docMk/>
            <pc:sldMk cId="2595173446" sldId="273"/>
            <ac:spMk id="20" creationId="{5F87EDEC-0ABA-4AF6-B148-FE5F3526CD39}"/>
          </ac:spMkLst>
        </pc:spChg>
        <pc:spChg chg="add mod topLvl">
          <ac:chgData name="" userId="76e769b00277fb27" providerId="LiveId" clId="{87FF5769-43E6-4012-AE57-0B23ED1B38C1}" dt="2023-03-06T07:46:00.189" v="5612" actId="164"/>
          <ac:spMkLst>
            <pc:docMk/>
            <pc:sldMk cId="2595173446" sldId="273"/>
            <ac:spMk id="21" creationId="{BC5E1813-A768-48D2-85F4-29D0243258A7}"/>
          </ac:spMkLst>
        </pc:spChg>
        <pc:grpChg chg="add mod">
          <ac:chgData name="" userId="76e769b00277fb27" providerId="LiveId" clId="{87FF5769-43E6-4012-AE57-0B23ED1B38C1}" dt="2023-03-07T06:02:32.020" v="5691" actId="1076"/>
          <ac:grpSpMkLst>
            <pc:docMk/>
            <pc:sldMk cId="2595173446" sldId="273"/>
            <ac:grpSpMk id="2" creationId="{FD562A0C-9A40-4838-9A31-0F430D13C653}"/>
          </ac:grpSpMkLst>
        </pc:grpChg>
        <pc:grpChg chg="add del">
          <ac:chgData name="" userId="76e769b00277fb27" providerId="LiveId" clId="{87FF5769-43E6-4012-AE57-0B23ED1B38C1}" dt="2023-02-27T06:06:55.425" v="3215" actId="165"/>
          <ac:grpSpMkLst>
            <pc:docMk/>
            <pc:sldMk cId="2595173446" sldId="273"/>
            <ac:grpSpMk id="4" creationId="{C2EFE6F0-DCA6-47F0-92C6-E538E20493D4}"/>
          </ac:grpSpMkLst>
        </pc:grpChg>
        <pc:grpChg chg="add del mod">
          <ac:chgData name="" userId="76e769b00277fb27" providerId="LiveId" clId="{87FF5769-43E6-4012-AE57-0B23ED1B38C1}" dt="2023-03-06T07:45:59.369" v="5611" actId="165"/>
          <ac:grpSpMkLst>
            <pc:docMk/>
            <pc:sldMk cId="2595173446" sldId="273"/>
            <ac:grpSpMk id="27" creationId="{E1E0FC93-A36B-4D19-AA9C-883513B6C005}"/>
          </ac:grpSpMkLst>
        </pc:grpChg>
        <pc:grpChg chg="add mod ord">
          <ac:chgData name="" userId="76e769b00277fb27" providerId="LiveId" clId="{87FF5769-43E6-4012-AE57-0B23ED1B38C1}" dt="2023-03-07T06:02:29.966" v="5689" actId="164"/>
          <ac:grpSpMkLst>
            <pc:docMk/>
            <pc:sldMk cId="2595173446" sldId="273"/>
            <ac:grpSpMk id="28" creationId="{15C87DD6-32FB-470D-AD41-F882FD4F2F93}"/>
          </ac:grpSpMkLst>
        </pc:grpChg>
        <pc:grpChg chg="add mod">
          <ac:chgData name="" userId="76e769b00277fb27" providerId="LiveId" clId="{87FF5769-43E6-4012-AE57-0B23ED1B38C1}" dt="2023-03-07T06:02:38.280" v="5694" actId="1076"/>
          <ac:grpSpMkLst>
            <pc:docMk/>
            <pc:sldMk cId="2595173446" sldId="273"/>
            <ac:grpSpMk id="29" creationId="{7B46D3D3-0779-4A57-AD04-E8F4B91E04A3}"/>
          </ac:grpSpMkLst>
        </pc:grpChg>
        <pc:grpChg chg="mod">
          <ac:chgData name="" userId="76e769b00277fb27" providerId="LiveId" clId="{87FF5769-43E6-4012-AE57-0B23ED1B38C1}" dt="2023-03-07T06:02:35.673" v="5692"/>
          <ac:grpSpMkLst>
            <pc:docMk/>
            <pc:sldMk cId="2595173446" sldId="273"/>
            <ac:grpSpMk id="35" creationId="{C5DA4636-C0B9-49D9-96C4-8904908880EC}"/>
          </ac:grpSpMkLst>
        </pc:grpChg>
        <pc:graphicFrameChg chg="add del mod">
          <ac:chgData name="" userId="76e769b00277fb27" providerId="LiveId" clId="{87FF5769-43E6-4012-AE57-0B23ED1B38C1}" dt="2023-03-06T07:43:50.377" v="5569" actId="478"/>
          <ac:graphicFrameMkLst>
            <pc:docMk/>
            <pc:sldMk cId="2595173446" sldId="273"/>
            <ac:graphicFrameMk id="4" creationId="{45CCE68F-E7D1-4001-8719-668AABA122BE}"/>
          </ac:graphicFrameMkLst>
        </pc:graphicFrameChg>
        <pc:picChg chg="add del mod">
          <ac:chgData name="" userId="76e769b00277fb27" providerId="LiveId" clId="{87FF5769-43E6-4012-AE57-0B23ED1B38C1}" dt="2023-03-06T07:30:03.618" v="5539"/>
          <ac:picMkLst>
            <pc:docMk/>
            <pc:sldMk cId="2595173446" sldId="273"/>
            <ac:picMk id="2" creationId="{2D8470E3-E00C-418D-9774-D92E1C407867}"/>
          </ac:picMkLst>
        </pc:picChg>
        <pc:picChg chg="add del mod topLvl">
          <ac:chgData name="" userId="76e769b00277fb27" providerId="LiveId" clId="{87FF5769-43E6-4012-AE57-0B23ED1B38C1}" dt="2023-03-06T07:49:52.073" v="5634" actId="478"/>
          <ac:picMkLst>
            <pc:docMk/>
            <pc:sldMk cId="2595173446" sldId="273"/>
            <ac:picMk id="6" creationId="{27D3817E-7E90-4A30-8360-93AC433A76C0}"/>
          </ac:picMkLst>
        </pc:picChg>
        <pc:picChg chg="add mod topLvl">
          <ac:chgData name="" userId="76e769b00277fb27" providerId="LiveId" clId="{87FF5769-43E6-4012-AE57-0B23ED1B38C1}" dt="2023-03-06T07:50:42.194" v="5641" actId="14100"/>
          <ac:picMkLst>
            <pc:docMk/>
            <pc:sldMk cId="2595173446" sldId="273"/>
            <ac:picMk id="15" creationId="{6D73AF5F-312D-44B3-9335-DFD38D9B9B9D}"/>
          </ac:picMkLst>
        </pc:picChg>
        <pc:picChg chg="add mod">
          <ac:chgData name="" userId="76e769b00277fb27" providerId="LiveId" clId="{87FF5769-43E6-4012-AE57-0B23ED1B38C1}" dt="2023-03-07T06:02:15.516" v="5688" actId="1076"/>
          <ac:picMkLst>
            <pc:docMk/>
            <pc:sldMk cId="2595173446" sldId="273"/>
            <ac:picMk id="27" creationId="{29CCA377-3EFC-409E-9820-8B6166F509AA}"/>
          </ac:picMkLst>
        </pc:picChg>
        <pc:cxnChg chg="mod topLvl">
          <ac:chgData name="" userId="76e769b00277fb27" providerId="LiveId" clId="{87FF5769-43E6-4012-AE57-0B23ED1B38C1}" dt="2023-03-07T06:02:29.966" v="5689" actId="164"/>
          <ac:cxnSpMkLst>
            <pc:docMk/>
            <pc:sldMk cId="2595173446" sldId="273"/>
            <ac:cxnSpMk id="8" creationId="{9CCA3BA2-677F-410A-A14E-4977E742F3E8}"/>
          </ac:cxnSpMkLst>
        </pc:cxnChg>
        <pc:cxnChg chg="mod ord topLvl">
          <ac:chgData name="" userId="76e769b00277fb27" providerId="LiveId" clId="{87FF5769-43E6-4012-AE57-0B23ED1B38C1}" dt="2023-03-07T06:02:29.966" v="5689" actId="164"/>
          <ac:cxnSpMkLst>
            <pc:docMk/>
            <pc:sldMk cId="2595173446" sldId="273"/>
            <ac:cxnSpMk id="10" creationId="{B27647D3-DA67-41E9-9DB6-86EB68D49876}"/>
          </ac:cxnSpMkLst>
        </pc:cxnChg>
        <pc:cxnChg chg="del mod topLvl">
          <ac:chgData name="" userId="76e769b00277fb27" providerId="LiveId" clId="{87FF5769-43E6-4012-AE57-0B23ED1B38C1}" dt="2023-03-06T07:50:24.068" v="5638" actId="478"/>
          <ac:cxnSpMkLst>
            <pc:docMk/>
            <pc:sldMk cId="2595173446" sldId="273"/>
            <ac:cxnSpMk id="12" creationId="{59C4CE74-D53E-48F7-BEC5-62F6783EB955}"/>
          </ac:cxnSpMkLst>
        </pc:cxnChg>
        <pc:cxnChg chg="add mod topLvl">
          <ac:chgData name="" userId="76e769b00277fb27" providerId="LiveId" clId="{87FF5769-43E6-4012-AE57-0B23ED1B38C1}" dt="2023-03-06T07:46:00.189" v="5612" actId="164"/>
          <ac:cxnSpMkLst>
            <pc:docMk/>
            <pc:sldMk cId="2595173446" sldId="273"/>
            <ac:cxnSpMk id="22" creationId="{56968481-3E6A-4202-B193-0542B6DAE561}"/>
          </ac:cxnSpMkLst>
        </pc:cxnChg>
        <pc:cxnChg chg="add mod topLvl">
          <ac:chgData name="" userId="76e769b00277fb27" providerId="LiveId" clId="{87FF5769-43E6-4012-AE57-0B23ED1B38C1}" dt="2023-03-06T07:46:00.189" v="5612" actId="164"/>
          <ac:cxnSpMkLst>
            <pc:docMk/>
            <pc:sldMk cId="2595173446" sldId="273"/>
            <ac:cxnSpMk id="23" creationId="{A8F3D191-3480-4E9D-849D-9EAEDB208371}"/>
          </ac:cxnSpMkLst>
        </pc:cxnChg>
        <pc:cxnChg chg="add mod topLvl">
          <ac:chgData name="" userId="76e769b00277fb27" providerId="LiveId" clId="{87FF5769-43E6-4012-AE57-0B23ED1B38C1}" dt="2023-03-06T07:46:00.189" v="5612" actId="164"/>
          <ac:cxnSpMkLst>
            <pc:docMk/>
            <pc:sldMk cId="2595173446" sldId="273"/>
            <ac:cxnSpMk id="24" creationId="{332D497D-FAE1-43CF-B695-4103AD493DDB}"/>
          </ac:cxnSpMkLst>
        </pc:cxnChg>
        <pc:cxnChg chg="add mod topLvl">
          <ac:chgData name="" userId="76e769b00277fb27" providerId="LiveId" clId="{87FF5769-43E6-4012-AE57-0B23ED1B38C1}" dt="2023-03-06T07:46:00.189" v="5612" actId="164"/>
          <ac:cxnSpMkLst>
            <pc:docMk/>
            <pc:sldMk cId="2595173446" sldId="273"/>
            <ac:cxnSpMk id="25" creationId="{99A286B5-8FD0-4CA7-857E-87E4A56CC85E}"/>
          </ac:cxnSpMkLst>
        </pc:cxnChg>
        <pc:cxnChg chg="add mod topLvl">
          <ac:chgData name="" userId="76e769b00277fb27" providerId="LiveId" clId="{87FF5769-43E6-4012-AE57-0B23ED1B38C1}" dt="2023-03-06T07:46:00.189" v="5612" actId="164"/>
          <ac:cxnSpMkLst>
            <pc:docMk/>
            <pc:sldMk cId="2595173446" sldId="273"/>
            <ac:cxnSpMk id="26" creationId="{45E6CBA1-E42A-4115-B1C3-064FCE12A5C2}"/>
          </ac:cxnSpMkLst>
        </pc:cxnChg>
      </pc:sldChg>
      <pc:sldChg chg="addSp delSp modSp add">
        <pc:chgData name="" userId="76e769b00277fb27" providerId="LiveId" clId="{87FF5769-43E6-4012-AE57-0B23ED1B38C1}" dt="2023-03-06T05:09:53.089" v="5503"/>
        <pc:sldMkLst>
          <pc:docMk/>
          <pc:sldMk cId="4104169307" sldId="274"/>
        </pc:sldMkLst>
        <pc:spChg chg="add del mod ord">
          <ac:chgData name="" userId="76e769b00277fb27" providerId="LiveId" clId="{87FF5769-43E6-4012-AE57-0B23ED1B38C1}" dt="2023-02-27T07:11:49.577" v="4040" actId="478"/>
          <ac:spMkLst>
            <pc:docMk/>
            <pc:sldMk cId="4104169307" sldId="274"/>
            <ac:spMk id="4" creationId="{A164E7C0-51AA-4D31-A256-59E48C997343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k cId="4104169307" sldId="274"/>
            <ac:spMk id="18" creationId="{39FE4048-F26E-4D5B-AA6E-D918DB146B05}"/>
          </ac:spMkLst>
        </pc:spChg>
        <pc:spChg chg="del mod">
          <ac:chgData name="" userId="76e769b00277fb27" providerId="LiveId" clId="{87FF5769-43E6-4012-AE57-0B23ED1B38C1}" dt="2023-02-27T06:10:57.383" v="3261" actId="478"/>
          <ac:spMkLst>
            <pc:docMk/>
            <pc:sldMk cId="4104169307" sldId="274"/>
            <ac:spMk id="34" creationId="{094FE498-2243-4183-A258-B36A97FFDA4E}"/>
          </ac:spMkLst>
        </pc:spChg>
        <pc:spChg chg="del">
          <ac:chgData name="" userId="76e769b00277fb27" providerId="LiveId" clId="{87FF5769-43E6-4012-AE57-0B23ED1B38C1}" dt="2023-02-27T06:10:48.372" v="3259" actId="478"/>
          <ac:spMkLst>
            <pc:docMk/>
            <pc:sldMk cId="4104169307" sldId="274"/>
            <ac:spMk id="35" creationId="{80674B05-CB5A-45E8-BD97-1DC6C88046D0}"/>
          </ac:spMkLst>
        </pc:spChg>
        <pc:spChg chg="del mod">
          <ac:chgData name="" userId="76e769b00277fb27" providerId="LiveId" clId="{87FF5769-43E6-4012-AE57-0B23ED1B38C1}" dt="2023-02-27T07:11:49.577" v="4040" actId="478"/>
          <ac:spMkLst>
            <pc:docMk/>
            <pc:sldMk cId="4104169307" sldId="274"/>
            <ac:spMk id="36" creationId="{8ABB9639-FFE0-47FD-903D-3BE504583C86}"/>
          </ac:spMkLst>
        </pc:spChg>
        <pc:spChg chg="del">
          <ac:chgData name="" userId="76e769b00277fb27" providerId="LiveId" clId="{87FF5769-43E6-4012-AE57-0B23ED1B38C1}" dt="2023-02-27T06:26:07.678" v="3274" actId="478"/>
          <ac:spMkLst>
            <pc:docMk/>
            <pc:sldMk cId="4104169307" sldId="274"/>
            <ac:spMk id="37" creationId="{C6BC47E2-B167-4A74-B692-041E3B6EBA57}"/>
          </ac:spMkLst>
        </pc:spChg>
        <pc:spChg chg="del">
          <ac:chgData name="" userId="76e769b00277fb27" providerId="LiveId" clId="{87FF5769-43E6-4012-AE57-0B23ED1B38C1}" dt="2023-02-27T06:10:59.317" v="3262" actId="478"/>
          <ac:spMkLst>
            <pc:docMk/>
            <pc:sldMk cId="4104169307" sldId="274"/>
            <ac:spMk id="38" creationId="{AD3033E6-CE20-4E2F-B123-0125B5665F06}"/>
          </ac:spMkLst>
        </pc:spChg>
        <pc:spChg chg="add del mod">
          <ac:chgData name="" userId="76e769b00277fb27" providerId="LiveId" clId="{87FF5769-43E6-4012-AE57-0B23ED1B38C1}" dt="2023-02-27T06:38:58.394" v="3468" actId="478"/>
          <ac:spMkLst>
            <pc:docMk/>
            <pc:sldMk cId="4104169307" sldId="274"/>
            <ac:spMk id="68" creationId="{0C236131-46C9-4619-8C2E-ED58BE499DCA}"/>
          </ac:spMkLst>
        </pc:spChg>
        <pc:spChg chg="add del mod">
          <ac:chgData name="" userId="76e769b00277fb27" providerId="LiveId" clId="{87FF5769-43E6-4012-AE57-0B23ED1B38C1}" dt="2023-02-27T06:38:58.394" v="3468" actId="478"/>
          <ac:spMkLst>
            <pc:docMk/>
            <pc:sldMk cId="4104169307" sldId="274"/>
            <ac:spMk id="69" creationId="{131F05FD-9080-42A0-8300-129EBAF8551F}"/>
          </ac:spMkLst>
        </pc:spChg>
        <pc:spChg chg="add del mod">
          <ac:chgData name="" userId="76e769b00277fb27" providerId="LiveId" clId="{87FF5769-43E6-4012-AE57-0B23ED1B38C1}" dt="2023-02-27T06:34:37.355" v="3440" actId="478"/>
          <ac:spMkLst>
            <pc:docMk/>
            <pc:sldMk cId="4104169307" sldId="274"/>
            <ac:spMk id="70" creationId="{898DC9A2-E561-4722-AF42-68089FDEB433}"/>
          </ac:spMkLst>
        </pc:spChg>
        <pc:spChg chg="add del mod">
          <ac:chgData name="" userId="76e769b00277fb27" providerId="LiveId" clId="{87FF5769-43E6-4012-AE57-0B23ED1B38C1}" dt="2023-02-27T06:34:43.222" v="3442" actId="478"/>
          <ac:spMkLst>
            <pc:docMk/>
            <pc:sldMk cId="4104169307" sldId="274"/>
            <ac:spMk id="71" creationId="{5F41878F-51FF-48B4-8123-36951C3F081D}"/>
          </ac:spMkLst>
        </pc:spChg>
        <pc:spChg chg="add del mod">
          <ac:chgData name="" userId="76e769b00277fb27" providerId="LiveId" clId="{87FF5769-43E6-4012-AE57-0B23ED1B38C1}" dt="2023-02-27T06:38:58.394" v="3468" actId="478"/>
          <ac:spMkLst>
            <pc:docMk/>
            <pc:sldMk cId="4104169307" sldId="274"/>
            <ac:spMk id="72" creationId="{688A4E48-D644-4681-92B9-6DBF76B94375}"/>
          </ac:spMkLst>
        </pc:spChg>
        <pc:spChg chg="add del mod">
          <ac:chgData name="" userId="76e769b00277fb27" providerId="LiveId" clId="{87FF5769-43E6-4012-AE57-0B23ED1B38C1}" dt="2023-02-27T07:11:49.577" v="4040" actId="478"/>
          <ac:spMkLst>
            <pc:docMk/>
            <pc:sldMk cId="4104169307" sldId="274"/>
            <ac:spMk id="79" creationId="{D702D42D-1514-4463-A595-C14895A424FA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k cId="4104169307" sldId="274"/>
            <ac:spMk id="80" creationId="{32B591F6-EB02-458A-A78E-2B666A45E3B9}"/>
          </ac:spMkLst>
        </pc:spChg>
        <pc:spChg chg="add mod">
          <ac:chgData name="" userId="76e769b00277fb27" providerId="LiveId" clId="{87FF5769-43E6-4012-AE57-0B23ED1B38C1}" dt="2023-02-27T06:39:42.080" v="3472" actId="164"/>
          <ac:spMkLst>
            <pc:docMk/>
            <pc:sldMk cId="4104169307" sldId="274"/>
            <ac:spMk id="91" creationId="{4E50E5A5-4FAB-4003-BC53-350971769ED8}"/>
          </ac:spMkLst>
        </pc:spChg>
        <pc:spChg chg="add mod">
          <ac:chgData name="" userId="76e769b00277fb27" providerId="LiveId" clId="{87FF5769-43E6-4012-AE57-0B23ED1B38C1}" dt="2023-02-27T06:39:42.080" v="3472" actId="164"/>
          <ac:spMkLst>
            <pc:docMk/>
            <pc:sldMk cId="4104169307" sldId="274"/>
            <ac:spMk id="94" creationId="{55C1B143-CBEB-4E20-9412-28AA3592B12B}"/>
          </ac:spMkLst>
        </pc:spChg>
        <pc:spChg chg="add mod">
          <ac:chgData name="" userId="76e769b00277fb27" providerId="LiveId" clId="{87FF5769-43E6-4012-AE57-0B23ED1B38C1}" dt="2023-02-27T06:39:42.080" v="3472" actId="164"/>
          <ac:spMkLst>
            <pc:docMk/>
            <pc:sldMk cId="4104169307" sldId="274"/>
            <ac:spMk id="96" creationId="{90753005-969B-4E96-A2BE-C34AB4AE0DAC}"/>
          </ac:spMkLst>
        </pc:spChg>
        <pc:spChg chg="add mod">
          <ac:chgData name="" userId="76e769b00277fb27" providerId="LiveId" clId="{87FF5769-43E6-4012-AE57-0B23ED1B38C1}" dt="2023-02-27T07:13:07.449" v="4123" actId="164"/>
          <ac:spMkLst>
            <pc:docMk/>
            <pc:sldMk cId="4104169307" sldId="274"/>
            <ac:spMk id="101" creationId="{DED43092-F8B7-4F67-AD40-FC7553181D85}"/>
          </ac:spMkLst>
        </pc:spChg>
        <pc:spChg chg="add mod">
          <ac:chgData name="" userId="76e769b00277fb27" providerId="LiveId" clId="{87FF5769-43E6-4012-AE57-0B23ED1B38C1}" dt="2023-02-27T07:13:07.449" v="4123" actId="164"/>
          <ac:spMkLst>
            <pc:docMk/>
            <pc:sldMk cId="4104169307" sldId="274"/>
            <ac:spMk id="104" creationId="{83192C6A-08C6-4F3D-A335-0F6525CC5A2E}"/>
          </ac:spMkLst>
        </pc:spChg>
        <pc:spChg chg="add mod">
          <ac:chgData name="" userId="76e769b00277fb27" providerId="LiveId" clId="{87FF5769-43E6-4012-AE57-0B23ED1B38C1}" dt="2023-02-27T07:13:07.449" v="4123" actId="164"/>
          <ac:spMkLst>
            <pc:docMk/>
            <pc:sldMk cId="4104169307" sldId="274"/>
            <ac:spMk id="108" creationId="{2C236E05-C5D7-462B-A423-DAAA3E395A9F}"/>
          </ac:spMkLst>
        </pc:spChg>
        <pc:spChg chg="del mod topLvl">
          <ac:chgData name="" userId="76e769b00277fb27" providerId="LiveId" clId="{87FF5769-43E6-4012-AE57-0B23ED1B38C1}" dt="2023-02-27T06:39:07.127" v="3470" actId="478"/>
          <ac:spMkLst>
            <pc:docMk/>
            <pc:sldMk cId="4104169307" sldId="274"/>
            <ac:spMk id="109" creationId="{D9F21A98-D1F3-405B-9A39-C33904218C49}"/>
          </ac:spMkLst>
        </pc:spChg>
        <pc:spChg chg="del mod topLvl">
          <ac:chgData name="" userId="76e769b00277fb27" providerId="LiveId" clId="{87FF5769-43E6-4012-AE57-0B23ED1B38C1}" dt="2023-02-27T06:39:07.127" v="3470" actId="478"/>
          <ac:spMkLst>
            <pc:docMk/>
            <pc:sldMk cId="4104169307" sldId="274"/>
            <ac:spMk id="121" creationId="{4D033546-3ED2-4FE0-A1D2-6BAB762E567C}"/>
          </ac:spMkLst>
        </pc:spChg>
        <pc:spChg chg="del mod topLvl">
          <ac:chgData name="" userId="76e769b00277fb27" providerId="LiveId" clId="{87FF5769-43E6-4012-AE57-0B23ED1B38C1}" dt="2023-02-27T06:39:07.127" v="3470" actId="478"/>
          <ac:spMkLst>
            <pc:docMk/>
            <pc:sldMk cId="4104169307" sldId="274"/>
            <ac:spMk id="123" creationId="{6AE1E1AC-A87E-4C58-830C-CA25BADE6754}"/>
          </ac:spMkLst>
        </pc:spChg>
        <pc:spChg chg="del mod topLvl">
          <ac:chgData name="" userId="76e769b00277fb27" providerId="LiveId" clId="{87FF5769-43E6-4012-AE57-0B23ED1B38C1}" dt="2023-02-27T06:39:07.127" v="3470" actId="478"/>
          <ac:spMkLst>
            <pc:docMk/>
            <pc:sldMk cId="4104169307" sldId="274"/>
            <ac:spMk id="124" creationId="{8B4CF517-FA2C-4C0E-A5B4-79F193DF04D8}"/>
          </ac:spMkLst>
        </pc:spChg>
        <pc:spChg chg="del mod topLvl">
          <ac:chgData name="" userId="76e769b00277fb27" providerId="LiveId" clId="{87FF5769-43E6-4012-AE57-0B23ED1B38C1}" dt="2023-02-27T06:39:07.127" v="3470" actId="478"/>
          <ac:spMkLst>
            <pc:docMk/>
            <pc:sldMk cId="4104169307" sldId="274"/>
            <ac:spMk id="125" creationId="{6348C0DD-849A-420B-A9B6-E53AB17A7DAB}"/>
          </ac:spMkLst>
        </pc:spChg>
        <pc:spChg chg="del mod topLvl">
          <ac:chgData name="" userId="76e769b00277fb27" providerId="LiveId" clId="{87FF5769-43E6-4012-AE57-0B23ED1B38C1}" dt="2023-02-27T06:39:07.127" v="3470" actId="478"/>
          <ac:spMkLst>
            <pc:docMk/>
            <pc:sldMk cId="4104169307" sldId="274"/>
            <ac:spMk id="126" creationId="{2A16F08B-D1D0-45D8-86E0-3018DF38D658}"/>
          </ac:spMkLst>
        </pc:spChg>
        <pc:spChg chg="del mod topLvl">
          <ac:chgData name="" userId="76e769b00277fb27" providerId="LiveId" clId="{87FF5769-43E6-4012-AE57-0B23ED1B38C1}" dt="2023-02-27T06:39:07.127" v="3470" actId="478"/>
          <ac:spMkLst>
            <pc:docMk/>
            <pc:sldMk cId="4104169307" sldId="274"/>
            <ac:spMk id="127" creationId="{C5A991C0-3B91-4756-B0A9-05606E1A7340}"/>
          </ac:spMkLst>
        </pc:spChg>
        <pc:spChg chg="add mod">
          <ac:chgData name="" userId="76e769b00277fb27" providerId="LiveId" clId="{87FF5769-43E6-4012-AE57-0B23ED1B38C1}" dt="2023-02-27T07:13:07.449" v="4123" actId="164"/>
          <ac:spMkLst>
            <pc:docMk/>
            <pc:sldMk cId="4104169307" sldId="274"/>
            <ac:spMk id="137" creationId="{17B2DBBC-E292-4497-BC5E-E92EAB2DAF80}"/>
          </ac:spMkLst>
        </pc:spChg>
        <pc:spChg chg="add del mod">
          <ac:chgData name="" userId="76e769b00277fb27" providerId="LiveId" clId="{87FF5769-43E6-4012-AE57-0B23ED1B38C1}" dt="2023-02-27T07:12:06.412" v="4109" actId="478"/>
          <ac:spMkLst>
            <pc:docMk/>
            <pc:sldMk cId="4104169307" sldId="274"/>
            <ac:spMk id="142" creationId="{4E1B835D-72FE-4C8D-ACF0-6A5796BEBDEA}"/>
          </ac:spMkLst>
        </pc:spChg>
        <pc:spChg chg="add mod topLvl">
          <ac:chgData name="" userId="76e769b00277fb27" providerId="LiveId" clId="{87FF5769-43E6-4012-AE57-0B23ED1B38C1}" dt="2023-03-06T05:09:53.089" v="5503"/>
          <ac:spMkLst>
            <pc:docMk/>
            <pc:sldMk cId="4104169307" sldId="274"/>
            <ac:spMk id="144" creationId="{31F9B715-79DA-4A77-95DB-670D421B666C}"/>
          </ac:spMkLst>
        </pc:spChg>
        <pc:spChg chg="add mod topLvl">
          <ac:chgData name="" userId="76e769b00277fb27" providerId="LiveId" clId="{87FF5769-43E6-4012-AE57-0B23ED1B38C1}" dt="2023-03-06T05:09:53.089" v="5503"/>
          <ac:spMkLst>
            <pc:docMk/>
            <pc:sldMk cId="4104169307" sldId="274"/>
            <ac:spMk id="148" creationId="{9001FA75-C411-4E9C-A799-83D5C0CE38F3}"/>
          </ac:spMkLst>
        </pc:spChg>
        <pc:spChg chg="add del mod">
          <ac:chgData name="" userId="76e769b00277fb27" providerId="LiveId" clId="{87FF5769-43E6-4012-AE57-0B23ED1B38C1}" dt="2023-02-27T07:12:08.940" v="4110" actId="478"/>
          <ac:spMkLst>
            <pc:docMk/>
            <pc:sldMk cId="4104169307" sldId="274"/>
            <ac:spMk id="152" creationId="{409B1557-64B9-411A-BD9C-A4F5BB8DF037}"/>
          </ac:spMkLst>
        </pc:spChg>
        <pc:spChg chg="del mod">
          <ac:chgData name="" userId="76e769b00277fb27" providerId="LiveId" clId="{87FF5769-43E6-4012-AE57-0B23ED1B38C1}" dt="2023-02-27T06:38:55.356" v="3467" actId="478"/>
          <ac:spMkLst>
            <pc:docMk/>
            <pc:sldMk cId="4104169307" sldId="274"/>
            <ac:spMk id="157" creationId="{29074FC5-DFC7-41CD-9254-7BA43F09861A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k cId="4104169307" sldId="274"/>
            <ac:spMk id="158" creationId="{C9C70F25-AA4C-4BF4-84E0-8E9521A67FE0}"/>
          </ac:spMkLst>
        </pc:spChg>
        <pc:grpChg chg="add del mod">
          <ac:chgData name="" userId="76e769b00277fb27" providerId="LiveId" clId="{87FF5769-43E6-4012-AE57-0B23ED1B38C1}" dt="2023-02-27T06:32:42.992" v="3358" actId="165"/>
          <ac:grpSpMkLst>
            <pc:docMk/>
            <pc:sldMk cId="4104169307" sldId="274"/>
            <ac:grpSpMk id="6" creationId="{3D6F5433-D919-46C1-AE56-1E009EAAC06A}"/>
          </ac:grpSpMkLst>
        </pc:grpChg>
        <pc:grpChg chg="add del mod">
          <ac:chgData name="" userId="76e769b00277fb27" providerId="LiveId" clId="{87FF5769-43E6-4012-AE57-0B23ED1B38C1}" dt="2023-02-27T06:54:14.358" v="3780" actId="478"/>
          <ac:grpSpMkLst>
            <pc:docMk/>
            <pc:sldMk cId="4104169307" sldId="274"/>
            <ac:grpSpMk id="17" creationId="{F6FFF115-9246-4DFE-ABBC-D822919AA9A6}"/>
          </ac:grpSpMkLst>
        </pc:grpChg>
        <pc:grpChg chg="add del mod">
          <ac:chgData name="" userId="76e769b00277fb27" providerId="LiveId" clId="{87FF5769-43E6-4012-AE57-0B23ED1B38C1}" dt="2023-02-27T07:12:24.275" v="4113" actId="165"/>
          <ac:grpSpMkLst>
            <pc:docMk/>
            <pc:sldMk cId="4104169307" sldId="274"/>
            <ac:grpSpMk id="23" creationId="{07998685-36C1-401B-8957-49D14DEF2A76}"/>
          </ac:grpSpMkLst>
        </pc:grpChg>
        <pc:grpChg chg="add mod">
          <ac:chgData name="" userId="76e769b00277fb27" providerId="LiveId" clId="{87FF5769-43E6-4012-AE57-0B23ED1B38C1}" dt="2023-03-06T05:09:53.089" v="5503"/>
          <ac:grpSpMkLst>
            <pc:docMk/>
            <pc:sldMk cId="4104169307" sldId="274"/>
            <ac:grpSpMk id="24" creationId="{553C17B1-9341-4E6D-9F01-377997D7D69C}"/>
          </ac:grpSpMkLst>
        </pc:grpChg>
        <pc:graphicFrameChg chg="del mod">
          <ac:chgData name="" userId="76e769b00277fb27" providerId="LiveId" clId="{87FF5769-43E6-4012-AE57-0B23ED1B38C1}" dt="2023-02-27T06:38:55.356" v="3467" actId="478"/>
          <ac:graphicFrameMkLst>
            <pc:docMk/>
            <pc:sldMk cId="4104169307" sldId="274"/>
            <ac:graphicFrameMk id="25" creationId="{DC882ABB-E1EB-48EB-920E-A057576FE7BD}"/>
          </ac:graphicFrameMkLst>
        </pc:graphicFrameChg>
        <pc:graphicFrameChg chg="add mod">
          <ac:chgData name="" userId="76e769b00277fb27" providerId="LiveId" clId="{87FF5769-43E6-4012-AE57-0B23ED1B38C1}" dt="2023-03-06T05:09:53.089" v="5503"/>
          <ac:graphicFrameMkLst>
            <pc:docMk/>
            <pc:sldMk cId="4104169307" sldId="274"/>
            <ac:graphicFrameMk id="31" creationId="{A262D15D-207D-45BD-B04D-6B388DD7BDB9}"/>
          </ac:graphicFrameMkLst>
        </pc:graphicFrameChg>
        <pc:graphicFrameChg chg="del">
          <ac:chgData name="" userId="76e769b00277fb27" providerId="LiveId" clId="{87FF5769-43E6-4012-AE57-0B23ED1B38C1}" dt="2023-02-27T06:10:18.158" v="3252" actId="478"/>
          <ac:graphicFrameMkLst>
            <pc:docMk/>
            <pc:sldMk cId="4104169307" sldId="274"/>
            <ac:graphicFrameMk id="39" creationId="{1AFF9A49-A46D-4909-B3D6-304323741085}"/>
          </ac:graphicFrameMkLst>
        </pc:graphicFrameChg>
        <pc:graphicFrameChg chg="del mod">
          <ac:chgData name="" userId="76e769b00277fb27" providerId="LiveId" clId="{87FF5769-43E6-4012-AE57-0B23ED1B38C1}" dt="2023-02-27T07:11:49.577" v="4040" actId="478"/>
          <ac:graphicFrameMkLst>
            <pc:docMk/>
            <pc:sldMk cId="4104169307" sldId="274"/>
            <ac:graphicFrameMk id="40" creationId="{44CAD515-67E4-4C1A-84E8-E893FC1AADA5}"/>
          </ac:graphicFrameMkLst>
        </pc:graphicFrameChg>
        <pc:graphicFrameChg chg="add del">
          <ac:chgData name="" userId="76e769b00277fb27" providerId="LiveId" clId="{87FF5769-43E6-4012-AE57-0B23ED1B38C1}" dt="2023-02-27T06:10:37.697" v="3255" actId="478"/>
          <ac:graphicFrameMkLst>
            <pc:docMk/>
            <pc:sldMk cId="4104169307" sldId="274"/>
            <ac:graphicFrameMk id="41" creationId="{5A1A1AFC-1D3E-4171-8A0D-7DFD7BA90F3C}"/>
          </ac:graphicFrameMkLst>
        </pc:graphicFrameChg>
        <pc:graphicFrameChg chg="del mod">
          <ac:chgData name="" userId="76e769b00277fb27" providerId="LiveId" clId="{87FF5769-43E6-4012-AE57-0B23ED1B38C1}" dt="2023-02-27T07:11:49.577" v="4040" actId="478"/>
          <ac:graphicFrameMkLst>
            <pc:docMk/>
            <pc:sldMk cId="4104169307" sldId="274"/>
            <ac:graphicFrameMk id="42" creationId="{043DE2A8-C2BA-4359-AB29-772EFB50FC5E}"/>
          </ac:graphicFrameMkLst>
        </pc:graphicFrameChg>
        <pc:graphicFrameChg chg="del">
          <ac:chgData name="" userId="76e769b00277fb27" providerId="LiveId" clId="{87FF5769-43E6-4012-AE57-0B23ED1B38C1}" dt="2023-02-27T06:10:16.478" v="3251" actId="478"/>
          <ac:graphicFrameMkLst>
            <pc:docMk/>
            <pc:sldMk cId="4104169307" sldId="274"/>
            <ac:graphicFrameMk id="43" creationId="{6AD92E31-358B-47CD-93C0-BC59826E724E}"/>
          </ac:graphicFrameMkLst>
        </pc:graphicFrameChg>
        <pc:graphicFrameChg chg="add del mod">
          <ac:chgData name="" userId="76e769b00277fb27" providerId="LiveId" clId="{87FF5769-43E6-4012-AE57-0B23ED1B38C1}" dt="2023-02-27T06:33:48.057" v="3404" actId="478"/>
          <ac:graphicFrameMkLst>
            <pc:docMk/>
            <pc:sldMk cId="4104169307" sldId="274"/>
            <ac:graphicFrameMk id="61" creationId="{3DDC68F1-BD35-4EC4-A0E5-3E677C4B848D}"/>
          </ac:graphicFrameMkLst>
        </pc:graphicFrameChg>
        <pc:graphicFrameChg chg="add del mod">
          <ac:chgData name="" userId="76e769b00277fb27" providerId="LiveId" clId="{87FF5769-43E6-4012-AE57-0B23ED1B38C1}" dt="2023-02-27T06:33:48.622" v="3405" actId="478"/>
          <ac:graphicFrameMkLst>
            <pc:docMk/>
            <pc:sldMk cId="4104169307" sldId="274"/>
            <ac:graphicFrameMk id="62" creationId="{4C5118DB-5977-45D7-B331-3AC65ED538D4}"/>
          </ac:graphicFrameMkLst>
        </pc:graphicFrameChg>
        <pc:graphicFrameChg chg="del">
          <ac:chgData name="" userId="76e769b00277fb27" providerId="LiveId" clId="{87FF5769-43E6-4012-AE57-0B23ED1B38C1}" dt="2023-02-27T06:30:28.541" v="3329" actId="478"/>
          <ac:graphicFrameMkLst>
            <pc:docMk/>
            <pc:sldMk cId="4104169307" sldId="274"/>
            <ac:graphicFrameMk id="63" creationId="{6CF5542E-81C9-401B-B7D1-950B3364B28F}"/>
          </ac:graphicFrameMkLst>
        </pc:graphicFrameChg>
        <pc:graphicFrameChg chg="add del mod">
          <ac:chgData name="" userId="76e769b00277fb27" providerId="LiveId" clId="{87FF5769-43E6-4012-AE57-0B23ED1B38C1}" dt="2023-02-27T06:33:49.604" v="3406" actId="478"/>
          <ac:graphicFrameMkLst>
            <pc:docMk/>
            <pc:sldMk cId="4104169307" sldId="274"/>
            <ac:graphicFrameMk id="64" creationId="{90DA42CB-0B6E-490E-8CEA-3B52C55B284B}"/>
          </ac:graphicFrameMkLst>
        </pc:graphicFrameChg>
        <pc:graphicFrameChg chg="add del mod">
          <ac:chgData name="" userId="76e769b00277fb27" providerId="LiveId" clId="{87FF5769-43E6-4012-AE57-0B23ED1B38C1}" dt="2023-02-27T06:34:27.569" v="3407" actId="478"/>
          <ac:graphicFrameMkLst>
            <pc:docMk/>
            <pc:sldMk cId="4104169307" sldId="274"/>
            <ac:graphicFrameMk id="65" creationId="{CAA68AB3-2733-49A2-AFA7-461750216BA5}"/>
          </ac:graphicFrameMkLst>
        </pc:graphicFrameChg>
        <pc:graphicFrameChg chg="add del mod">
          <ac:chgData name="" userId="76e769b00277fb27" providerId="LiveId" clId="{87FF5769-43E6-4012-AE57-0B23ED1B38C1}" dt="2023-02-27T06:34:27.569" v="3407" actId="478"/>
          <ac:graphicFrameMkLst>
            <pc:docMk/>
            <pc:sldMk cId="4104169307" sldId="274"/>
            <ac:graphicFrameMk id="66" creationId="{96D7E7B2-7FBA-4B6B-BC32-F2EA7AA0EA4D}"/>
          </ac:graphicFrameMkLst>
        </pc:graphicFrameChg>
        <pc:graphicFrameChg chg="add del mod">
          <ac:chgData name="" userId="76e769b00277fb27" providerId="LiveId" clId="{87FF5769-43E6-4012-AE57-0B23ED1B38C1}" dt="2023-02-27T06:34:27.569" v="3407" actId="478"/>
          <ac:graphicFrameMkLst>
            <pc:docMk/>
            <pc:sldMk cId="4104169307" sldId="274"/>
            <ac:graphicFrameMk id="67" creationId="{F0DCF8F7-5193-44AA-8595-BBBE892B5B27}"/>
          </ac:graphicFrameMkLst>
        </pc:graphicFrameChg>
        <pc:graphicFrameChg chg="add del mod">
          <ac:chgData name="" userId="76e769b00277fb27" providerId="LiveId" clId="{87FF5769-43E6-4012-AE57-0B23ED1B38C1}" dt="2023-02-27T06:38:58.394" v="3468" actId="478"/>
          <ac:graphicFrameMkLst>
            <pc:docMk/>
            <pc:sldMk cId="4104169307" sldId="274"/>
            <ac:graphicFrameMk id="73" creationId="{EFD031C2-ACCC-43A6-84C8-0663D66CAA42}"/>
          </ac:graphicFrameMkLst>
        </pc:graphicFrameChg>
        <pc:graphicFrameChg chg="add del mod">
          <ac:chgData name="" userId="76e769b00277fb27" providerId="LiveId" clId="{87FF5769-43E6-4012-AE57-0B23ED1B38C1}" dt="2023-02-27T06:34:33.357" v="3439" actId="478"/>
          <ac:graphicFrameMkLst>
            <pc:docMk/>
            <pc:sldMk cId="4104169307" sldId="274"/>
            <ac:graphicFrameMk id="74" creationId="{A9D66E44-B074-4AE9-A320-08E71E10E60B}"/>
          </ac:graphicFrameMkLst>
        </pc:graphicFrameChg>
        <pc:graphicFrameChg chg="add del mod">
          <ac:chgData name="" userId="76e769b00277fb27" providerId="LiveId" clId="{87FF5769-43E6-4012-AE57-0B23ED1B38C1}" dt="2023-02-27T06:38:58.394" v="3468" actId="478"/>
          <ac:graphicFrameMkLst>
            <pc:docMk/>
            <pc:sldMk cId="4104169307" sldId="274"/>
            <ac:graphicFrameMk id="75" creationId="{8EF8F1EC-FCFA-40F9-A6A8-0656E65C8CF6}"/>
          </ac:graphicFrameMkLst>
        </pc:graphicFrameChg>
        <pc:graphicFrameChg chg="add del mod">
          <ac:chgData name="" userId="76e769b00277fb27" providerId="LiveId" clId="{87FF5769-43E6-4012-AE57-0B23ED1B38C1}" dt="2023-02-27T06:34:39.344" v="3441" actId="478"/>
          <ac:graphicFrameMkLst>
            <pc:docMk/>
            <pc:sldMk cId="4104169307" sldId="274"/>
            <ac:graphicFrameMk id="76" creationId="{046FA927-4327-49E2-BF01-89E55C454BD7}"/>
          </ac:graphicFrameMkLst>
        </pc:graphicFrameChg>
        <pc:graphicFrameChg chg="add del mod">
          <ac:chgData name="" userId="76e769b00277fb27" providerId="LiveId" clId="{87FF5769-43E6-4012-AE57-0B23ED1B38C1}" dt="2023-02-27T06:38:58.394" v="3468" actId="478"/>
          <ac:graphicFrameMkLst>
            <pc:docMk/>
            <pc:sldMk cId="4104169307" sldId="274"/>
            <ac:graphicFrameMk id="77" creationId="{C80788C9-3B50-4B8A-B8F8-01440BF7F0C7}"/>
          </ac:graphicFrameMkLst>
        </pc:graphicFrameChg>
        <pc:graphicFrameChg chg="add del mod">
          <ac:chgData name="" userId="76e769b00277fb27" providerId="LiveId" clId="{87FF5769-43E6-4012-AE57-0B23ED1B38C1}" dt="2023-02-27T07:11:49.577" v="4040" actId="478"/>
          <ac:graphicFrameMkLst>
            <pc:docMk/>
            <pc:sldMk cId="4104169307" sldId="274"/>
            <ac:graphicFrameMk id="78" creationId="{7B05458F-24FB-4C41-BF02-4D9135C6B1D2}"/>
          </ac:graphicFrameMkLst>
        </pc:graphicFrameChg>
        <pc:graphicFrameChg chg="del mod">
          <ac:chgData name="" userId="76e769b00277fb27" providerId="LiveId" clId="{87FF5769-43E6-4012-AE57-0B23ED1B38C1}" dt="2023-02-27T07:11:49.577" v="4040" actId="478"/>
          <ac:graphicFrameMkLst>
            <pc:docMk/>
            <pc:sldMk cId="4104169307" sldId="274"/>
            <ac:graphicFrameMk id="86" creationId="{31EBA3F6-7EA7-4FC8-8735-B486C04B6F00}"/>
          </ac:graphicFrameMkLst>
        </pc:graphicFrameChg>
        <pc:graphicFrameChg chg="add mod">
          <ac:chgData name="" userId="76e769b00277fb27" providerId="LiveId" clId="{87FF5769-43E6-4012-AE57-0B23ED1B38C1}" dt="2023-02-27T06:39:42.080" v="3472" actId="164"/>
          <ac:graphicFrameMkLst>
            <pc:docMk/>
            <pc:sldMk cId="4104169307" sldId="274"/>
            <ac:graphicFrameMk id="90" creationId="{C4DCA183-67B6-4A1D-95E3-07F99E897FD0}"/>
          </ac:graphicFrameMkLst>
        </pc:graphicFrameChg>
        <pc:graphicFrameChg chg="add mod">
          <ac:chgData name="" userId="76e769b00277fb27" providerId="LiveId" clId="{87FF5769-43E6-4012-AE57-0B23ED1B38C1}" dt="2023-02-27T06:39:44.687" v="3474" actId="1076"/>
          <ac:graphicFrameMkLst>
            <pc:docMk/>
            <pc:sldMk cId="4104169307" sldId="274"/>
            <ac:graphicFrameMk id="92" creationId="{D91E3F4F-1B34-478F-A995-A575823E4B47}"/>
          </ac:graphicFrameMkLst>
        </pc:graphicFrameChg>
        <pc:graphicFrameChg chg="add mod">
          <ac:chgData name="" userId="76e769b00277fb27" providerId="LiveId" clId="{87FF5769-43E6-4012-AE57-0B23ED1B38C1}" dt="2023-02-27T06:39:42.080" v="3472" actId="164"/>
          <ac:graphicFrameMkLst>
            <pc:docMk/>
            <pc:sldMk cId="4104169307" sldId="274"/>
            <ac:graphicFrameMk id="93" creationId="{2297C606-7CE7-429D-A4E7-B1C502C6E508}"/>
          </ac:graphicFrameMkLst>
        </pc:graphicFrameChg>
        <pc:graphicFrameChg chg="add mod">
          <ac:chgData name="" userId="76e769b00277fb27" providerId="LiveId" clId="{87FF5769-43E6-4012-AE57-0B23ED1B38C1}" dt="2023-02-27T06:39:42.080" v="3472" actId="164"/>
          <ac:graphicFrameMkLst>
            <pc:docMk/>
            <pc:sldMk cId="4104169307" sldId="274"/>
            <ac:graphicFrameMk id="95" creationId="{4168FF44-D910-49C1-832C-B3A75277A6C1}"/>
          </ac:graphicFrameMkLst>
        </pc:graphicFrameChg>
        <pc:graphicFrameChg chg="add del mod">
          <ac:chgData name="" userId="76e769b00277fb27" providerId="LiveId" clId="{87FF5769-43E6-4012-AE57-0B23ED1B38C1}" dt="2023-02-27T07:09:04.567" v="3991" actId="478"/>
          <ac:graphicFrameMkLst>
            <pc:docMk/>
            <pc:sldMk cId="4104169307" sldId="274"/>
            <ac:graphicFrameMk id="103" creationId="{EDCB68C3-B80E-46C3-A57E-78C2E42B7346}"/>
          </ac:graphicFrameMkLst>
        </pc:graphicFrameChg>
        <pc:graphicFrameChg chg="add mod">
          <ac:chgData name="" userId="76e769b00277fb27" providerId="LiveId" clId="{87FF5769-43E6-4012-AE57-0B23ED1B38C1}" dt="2023-02-27T07:13:07.449" v="4123" actId="164"/>
          <ac:graphicFrameMkLst>
            <pc:docMk/>
            <pc:sldMk cId="4104169307" sldId="274"/>
            <ac:graphicFrameMk id="105" creationId="{DC92E5CE-B1A6-4042-A28D-587BCD7CC5AC}"/>
          </ac:graphicFrameMkLst>
        </pc:graphicFrameChg>
        <pc:graphicFrameChg chg="add mod">
          <ac:chgData name="" userId="76e769b00277fb27" providerId="LiveId" clId="{87FF5769-43E6-4012-AE57-0B23ED1B38C1}" dt="2023-02-27T07:13:07.449" v="4123" actId="164"/>
          <ac:graphicFrameMkLst>
            <pc:docMk/>
            <pc:sldMk cId="4104169307" sldId="274"/>
            <ac:graphicFrameMk id="106" creationId="{EC5DDBEF-C5C7-4FE3-9147-5CB3835C18B6}"/>
          </ac:graphicFrameMkLst>
        </pc:graphicFrameChg>
        <pc:graphicFrameChg chg="add mod">
          <ac:chgData name="" userId="76e769b00277fb27" providerId="LiveId" clId="{87FF5769-43E6-4012-AE57-0B23ED1B38C1}" dt="2023-02-27T07:13:07.449" v="4123" actId="164"/>
          <ac:graphicFrameMkLst>
            <pc:docMk/>
            <pc:sldMk cId="4104169307" sldId="274"/>
            <ac:graphicFrameMk id="107" creationId="{BF3822C6-D244-4674-82C0-0A605E69BFB7}"/>
          </ac:graphicFrameMkLst>
        </pc:graphicFrameChg>
        <pc:graphicFrameChg chg="del mod topLvl">
          <ac:chgData name="" userId="76e769b00277fb27" providerId="LiveId" clId="{87FF5769-43E6-4012-AE57-0B23ED1B38C1}" dt="2023-02-27T06:39:07.127" v="3470" actId="478"/>
          <ac:graphicFrameMkLst>
            <pc:docMk/>
            <pc:sldMk cId="4104169307" sldId="274"/>
            <ac:graphicFrameMk id="110" creationId="{AA5286DB-A497-48D2-B546-72542CA17522}"/>
          </ac:graphicFrameMkLst>
        </pc:graphicFrameChg>
        <pc:graphicFrameChg chg="del mod topLvl">
          <ac:chgData name="" userId="76e769b00277fb27" providerId="LiveId" clId="{87FF5769-43E6-4012-AE57-0B23ED1B38C1}" dt="2023-02-27T06:39:07.127" v="3470" actId="478"/>
          <ac:graphicFrameMkLst>
            <pc:docMk/>
            <pc:sldMk cId="4104169307" sldId="274"/>
            <ac:graphicFrameMk id="116" creationId="{2B04D0B3-51EA-491A-908C-53536720F010}"/>
          </ac:graphicFrameMkLst>
        </pc:graphicFrameChg>
        <pc:graphicFrameChg chg="del mod topLvl">
          <ac:chgData name="" userId="76e769b00277fb27" providerId="LiveId" clId="{87FF5769-43E6-4012-AE57-0B23ED1B38C1}" dt="2023-02-27T06:39:07.127" v="3470" actId="478"/>
          <ac:graphicFrameMkLst>
            <pc:docMk/>
            <pc:sldMk cId="4104169307" sldId="274"/>
            <ac:graphicFrameMk id="119" creationId="{5CEF78A4-0032-4D03-BED6-A18154FB0AD6}"/>
          </ac:graphicFrameMkLst>
        </pc:graphicFrameChg>
        <pc:graphicFrameChg chg="del mod topLvl">
          <ac:chgData name="" userId="76e769b00277fb27" providerId="LiveId" clId="{87FF5769-43E6-4012-AE57-0B23ED1B38C1}" dt="2023-02-27T06:39:07.127" v="3470" actId="478"/>
          <ac:graphicFrameMkLst>
            <pc:docMk/>
            <pc:sldMk cId="4104169307" sldId="274"/>
            <ac:graphicFrameMk id="122" creationId="{1A43032E-A782-473D-81EA-06B67F10E714}"/>
          </ac:graphicFrameMkLst>
        </pc:graphicFrameChg>
        <pc:graphicFrameChg chg="del mod topLvl">
          <ac:chgData name="" userId="76e769b00277fb27" providerId="LiveId" clId="{87FF5769-43E6-4012-AE57-0B23ED1B38C1}" dt="2023-02-27T06:39:07.127" v="3470" actId="478"/>
          <ac:graphicFrameMkLst>
            <pc:docMk/>
            <pc:sldMk cId="4104169307" sldId="274"/>
            <ac:graphicFrameMk id="128" creationId="{0328C704-3151-42B4-A6F8-5A489A9EA4B7}"/>
          </ac:graphicFrameMkLst>
        </pc:graphicFrameChg>
        <pc:graphicFrameChg chg="del mod topLvl">
          <ac:chgData name="" userId="76e769b00277fb27" providerId="LiveId" clId="{87FF5769-43E6-4012-AE57-0B23ED1B38C1}" dt="2023-02-27T06:39:07.127" v="3470" actId="478"/>
          <ac:graphicFrameMkLst>
            <pc:docMk/>
            <pc:sldMk cId="4104169307" sldId="274"/>
            <ac:graphicFrameMk id="129" creationId="{2A8B41C5-DCDB-45F2-B6A6-293C9076D06B}"/>
          </ac:graphicFrameMkLst>
        </pc:graphicFrameChg>
        <pc:graphicFrameChg chg="del mod topLvl">
          <ac:chgData name="" userId="76e769b00277fb27" providerId="LiveId" clId="{87FF5769-43E6-4012-AE57-0B23ED1B38C1}" dt="2023-02-27T06:39:07.127" v="3470" actId="478"/>
          <ac:graphicFrameMkLst>
            <pc:docMk/>
            <pc:sldMk cId="4104169307" sldId="274"/>
            <ac:graphicFrameMk id="130" creationId="{5C5DEAC2-3406-44F5-8D3B-1CA4C842525E}"/>
          </ac:graphicFrameMkLst>
        </pc:graphicFrameChg>
        <pc:graphicFrameChg chg="del mod topLvl">
          <ac:chgData name="" userId="76e769b00277fb27" providerId="LiveId" clId="{87FF5769-43E6-4012-AE57-0B23ED1B38C1}" dt="2023-02-27T06:39:07.127" v="3470" actId="478"/>
          <ac:graphicFrameMkLst>
            <pc:docMk/>
            <pc:sldMk cId="4104169307" sldId="274"/>
            <ac:graphicFrameMk id="131" creationId="{8CCC8FE2-C92A-43BE-BE23-BEDF864ABE12}"/>
          </ac:graphicFrameMkLst>
        </pc:graphicFrameChg>
        <pc:graphicFrameChg chg="del mod topLvl">
          <ac:chgData name="" userId="76e769b00277fb27" providerId="LiveId" clId="{87FF5769-43E6-4012-AE57-0B23ED1B38C1}" dt="2023-02-27T06:39:07.127" v="3470" actId="478"/>
          <ac:graphicFrameMkLst>
            <pc:docMk/>
            <pc:sldMk cId="4104169307" sldId="274"/>
            <ac:graphicFrameMk id="132" creationId="{45EFD618-5F45-4D38-A6E2-C29B24623A35}"/>
          </ac:graphicFrameMkLst>
        </pc:graphicFrameChg>
        <pc:graphicFrameChg chg="del mod">
          <ac:chgData name="" userId="76e769b00277fb27" providerId="LiveId" clId="{87FF5769-43E6-4012-AE57-0B23ED1B38C1}" dt="2023-02-27T06:38:55.356" v="3467" actId="478"/>
          <ac:graphicFrameMkLst>
            <pc:docMk/>
            <pc:sldMk cId="4104169307" sldId="274"/>
            <ac:graphicFrameMk id="138" creationId="{CC7C52DE-357A-47A0-B0BD-553A6EC28075}"/>
          </ac:graphicFrameMkLst>
        </pc:graphicFrameChg>
        <pc:graphicFrameChg chg="add mod">
          <ac:chgData name="" userId="76e769b00277fb27" providerId="LiveId" clId="{87FF5769-43E6-4012-AE57-0B23ED1B38C1}" dt="2023-02-27T07:13:07.449" v="4123" actId="164"/>
          <ac:graphicFrameMkLst>
            <pc:docMk/>
            <pc:sldMk cId="4104169307" sldId="274"/>
            <ac:graphicFrameMk id="140" creationId="{3F635CB8-A7EF-4D84-A21F-540A5574936C}"/>
          </ac:graphicFrameMkLst>
        </pc:graphicFrameChg>
        <pc:graphicFrameChg chg="add mod">
          <ac:chgData name="" userId="76e769b00277fb27" providerId="LiveId" clId="{87FF5769-43E6-4012-AE57-0B23ED1B38C1}" dt="2023-02-27T07:13:07.449" v="4123" actId="164"/>
          <ac:graphicFrameMkLst>
            <pc:docMk/>
            <pc:sldMk cId="4104169307" sldId="274"/>
            <ac:graphicFrameMk id="141" creationId="{7D28A13C-444E-4B72-B597-946F81743D16}"/>
          </ac:graphicFrameMkLst>
        </pc:graphicFrameChg>
        <pc:graphicFrameChg chg="add mod topLvl">
          <ac:chgData name="" userId="76e769b00277fb27" providerId="LiveId" clId="{87FF5769-43E6-4012-AE57-0B23ED1B38C1}" dt="2023-03-06T05:09:53.089" v="5503"/>
          <ac:graphicFrameMkLst>
            <pc:docMk/>
            <pc:sldMk cId="4104169307" sldId="274"/>
            <ac:graphicFrameMk id="145" creationId="{C44F621D-91E3-46C3-944D-4271FB512E05}"/>
          </ac:graphicFrameMkLst>
        </pc:graphicFrameChg>
        <pc:graphicFrameChg chg="add mod topLvl">
          <ac:chgData name="" userId="76e769b00277fb27" providerId="LiveId" clId="{87FF5769-43E6-4012-AE57-0B23ED1B38C1}" dt="2023-03-06T05:09:53.089" v="5503"/>
          <ac:graphicFrameMkLst>
            <pc:docMk/>
            <pc:sldMk cId="4104169307" sldId="274"/>
            <ac:graphicFrameMk id="146" creationId="{6F804F06-9787-427E-BA6D-8D3C0F71EDF2}"/>
          </ac:graphicFrameMkLst>
        </pc:graphicFrameChg>
        <pc:graphicFrameChg chg="add mod topLvl">
          <ac:chgData name="" userId="76e769b00277fb27" providerId="LiveId" clId="{87FF5769-43E6-4012-AE57-0B23ED1B38C1}" dt="2023-03-06T05:09:53.089" v="5503"/>
          <ac:graphicFrameMkLst>
            <pc:docMk/>
            <pc:sldMk cId="4104169307" sldId="274"/>
            <ac:graphicFrameMk id="147" creationId="{659CC7AA-A4EA-4818-8ECF-2B72D1156C42}"/>
          </ac:graphicFrameMkLst>
        </pc:graphicFrameChg>
        <pc:graphicFrameChg chg="add mod topLvl">
          <ac:chgData name="" userId="76e769b00277fb27" providerId="LiveId" clId="{87FF5769-43E6-4012-AE57-0B23ED1B38C1}" dt="2023-03-06T05:09:53.089" v="5503"/>
          <ac:graphicFrameMkLst>
            <pc:docMk/>
            <pc:sldMk cId="4104169307" sldId="274"/>
            <ac:graphicFrameMk id="153" creationId="{C6102485-7833-4C51-8A1B-B75EFBA3D9AF}"/>
          </ac:graphicFrameMkLst>
        </pc:graphicFrameChg>
        <pc:graphicFrameChg chg="add mod topLvl">
          <ac:chgData name="" userId="76e769b00277fb27" providerId="LiveId" clId="{87FF5769-43E6-4012-AE57-0B23ED1B38C1}" dt="2023-03-06T05:09:53.089" v="5503"/>
          <ac:graphicFrameMkLst>
            <pc:docMk/>
            <pc:sldMk cId="4104169307" sldId="274"/>
            <ac:graphicFrameMk id="154" creationId="{82CA19B6-0A65-4F8E-A613-F7B51D575E54}"/>
          </ac:graphicFrameMkLst>
        </pc:graphicFrameChg>
        <pc:picChg chg="del">
          <ac:chgData name="" userId="76e769b00277fb27" providerId="LiveId" clId="{87FF5769-43E6-4012-AE57-0B23ED1B38C1}" dt="2023-02-27T06:08:42.812" v="3249" actId="478"/>
          <ac:picMkLst>
            <pc:docMk/>
            <pc:sldMk cId="4104169307" sldId="274"/>
            <ac:picMk id="2" creationId="{56F184D0-EF02-45E9-A4E8-BE0DC4DE16B0}"/>
          </ac:picMkLst>
        </pc:picChg>
        <pc:picChg chg="add del mod">
          <ac:chgData name="" userId="76e769b00277fb27" providerId="LiveId" clId="{87FF5769-43E6-4012-AE57-0B23ED1B38C1}" dt="2023-02-27T06:39:03.575" v="3469" actId="478"/>
          <ac:picMkLst>
            <pc:docMk/>
            <pc:sldMk cId="4104169307" sldId="274"/>
            <ac:picMk id="3" creationId="{04B8860E-BDDB-4A37-BED3-3559FC660D19}"/>
          </ac:picMkLst>
        </pc:picChg>
        <pc:picChg chg="add del mod">
          <ac:chgData name="" userId="76e769b00277fb27" providerId="LiveId" clId="{87FF5769-43E6-4012-AE57-0B23ED1B38C1}" dt="2023-02-27T06:39:03.575" v="3469" actId="478"/>
          <ac:picMkLst>
            <pc:docMk/>
            <pc:sldMk cId="4104169307" sldId="274"/>
            <ac:picMk id="7" creationId="{8319AF9B-91D1-4291-B09B-633996DCF78B}"/>
          </ac:picMkLst>
        </pc:picChg>
        <pc:picChg chg="add mod">
          <ac:chgData name="" userId="76e769b00277fb27" providerId="LiveId" clId="{87FF5769-43E6-4012-AE57-0B23ED1B38C1}" dt="2023-03-06T05:09:53.089" v="5503"/>
          <ac:picMkLst>
            <pc:docMk/>
            <pc:sldMk cId="4104169307" sldId="274"/>
            <ac:picMk id="54" creationId="{1F6D1DCF-5DDB-4061-921E-B1F57D5879B5}"/>
          </ac:picMkLst>
        </pc:picChg>
        <pc:cxnChg chg="del mod">
          <ac:chgData name="" userId="76e769b00277fb27" providerId="LiveId" clId="{87FF5769-43E6-4012-AE57-0B23ED1B38C1}" dt="2023-02-27T07:11:49.577" v="4040" actId="478"/>
          <ac:cxnSpMkLst>
            <pc:docMk/>
            <pc:sldMk cId="4104169307" sldId="274"/>
            <ac:cxnSpMk id="45" creationId="{8CD48527-08BD-4230-94B6-6B53246C683A}"/>
          </ac:cxnSpMkLst>
        </pc:cxnChg>
        <pc:cxnChg chg="del mod">
          <ac:chgData name="" userId="76e769b00277fb27" providerId="LiveId" clId="{87FF5769-43E6-4012-AE57-0B23ED1B38C1}" dt="2023-02-27T06:10:39.178" v="3256" actId="478"/>
          <ac:cxnSpMkLst>
            <pc:docMk/>
            <pc:sldMk cId="4104169307" sldId="274"/>
            <ac:cxnSpMk id="47" creationId="{9B6A20E3-D338-4888-A67D-1FA989B91AD5}"/>
          </ac:cxnSpMkLst>
        </pc:cxnChg>
        <pc:cxnChg chg="del mod">
          <ac:chgData name="" userId="76e769b00277fb27" providerId="LiveId" clId="{87FF5769-43E6-4012-AE57-0B23ED1B38C1}" dt="2023-02-27T06:27:08.645" v="3306" actId="478"/>
          <ac:cxnSpMkLst>
            <pc:docMk/>
            <pc:sldMk cId="4104169307" sldId="274"/>
            <ac:cxnSpMk id="49" creationId="{E042FBDD-6799-4A74-87C2-78F827E92908}"/>
          </ac:cxnSpMkLst>
        </pc:cxnChg>
        <pc:cxnChg chg="del mod">
          <ac:chgData name="" userId="76e769b00277fb27" providerId="LiveId" clId="{87FF5769-43E6-4012-AE57-0B23ED1B38C1}" dt="2023-02-27T06:10:42.564" v="3258" actId="478"/>
          <ac:cxnSpMkLst>
            <pc:docMk/>
            <pc:sldMk cId="4104169307" sldId="274"/>
            <ac:cxnSpMk id="51" creationId="{87B72396-6252-47EB-B144-E3AED3105589}"/>
          </ac:cxnSpMkLst>
        </pc:cxnChg>
        <pc:cxnChg chg="del mod">
          <ac:chgData name="" userId="76e769b00277fb27" providerId="LiveId" clId="{87FF5769-43E6-4012-AE57-0B23ED1B38C1}" dt="2023-02-27T06:10:41.374" v="3257" actId="478"/>
          <ac:cxnSpMkLst>
            <pc:docMk/>
            <pc:sldMk cId="4104169307" sldId="274"/>
            <ac:cxnSpMk id="53" creationId="{AF9EFD6E-1612-41FA-A40D-6759B748EDC0}"/>
          </ac:cxnSpMkLst>
        </pc:cxnChg>
        <pc:cxnChg chg="add del mod">
          <ac:chgData name="" userId="76e769b00277fb27" providerId="LiveId" clId="{87FF5769-43E6-4012-AE57-0B23ED1B38C1}" dt="2023-02-27T07:11:49.577" v="4040" actId="478"/>
          <ac:cxnSpMkLst>
            <pc:docMk/>
            <pc:sldMk cId="4104169307" sldId="274"/>
            <ac:cxnSpMk id="81" creationId="{09608B97-7C8C-447B-94EC-064237102E0C}"/>
          </ac:cxnSpMkLst>
        </pc:cxnChg>
        <pc:cxnChg chg="add del mod">
          <ac:chgData name="" userId="76e769b00277fb27" providerId="LiveId" clId="{87FF5769-43E6-4012-AE57-0B23ED1B38C1}" dt="2023-02-27T07:11:49.577" v="4040" actId="478"/>
          <ac:cxnSpMkLst>
            <pc:docMk/>
            <pc:sldMk cId="4104169307" sldId="274"/>
            <ac:cxnSpMk id="83" creationId="{E3AB5F5B-BD1D-4302-A7CC-5261912FCBB0}"/>
          </ac:cxnSpMkLst>
        </pc:cxnChg>
        <pc:cxnChg chg="del mod">
          <ac:chgData name="" userId="76e769b00277fb27" providerId="LiveId" clId="{87FF5769-43E6-4012-AE57-0B23ED1B38C1}" dt="2023-02-27T06:30:30.403" v="3330" actId="478"/>
          <ac:cxnSpMkLst>
            <pc:docMk/>
            <pc:sldMk cId="4104169307" sldId="274"/>
            <ac:cxnSpMk id="87" creationId="{4C56807D-3FBE-4728-9421-786A5E5A4168}"/>
          </ac:cxnSpMkLst>
        </pc:cxnChg>
        <pc:cxnChg chg="add del mod">
          <ac:chgData name="" userId="76e769b00277fb27" providerId="LiveId" clId="{87FF5769-43E6-4012-AE57-0B23ED1B38C1}" dt="2023-02-27T07:11:49.577" v="4040" actId="478"/>
          <ac:cxnSpMkLst>
            <pc:docMk/>
            <pc:sldMk cId="4104169307" sldId="274"/>
            <ac:cxnSpMk id="88" creationId="{A9AF3C47-77FB-46D6-851A-B165ECF696F5}"/>
          </ac:cxnSpMkLst>
        </pc:cxnChg>
        <pc:cxnChg chg="add mod">
          <ac:chgData name="" userId="76e769b00277fb27" providerId="LiveId" clId="{87FF5769-43E6-4012-AE57-0B23ED1B38C1}" dt="2023-02-27T06:54:14.358" v="3780" actId="478"/>
          <ac:cxnSpMkLst>
            <pc:docMk/>
            <pc:sldMk cId="4104169307" sldId="274"/>
            <ac:cxnSpMk id="89" creationId="{1FC8291C-AF43-4186-A7E1-D023ABD8CEA2}"/>
          </ac:cxnSpMkLst>
        </pc:cxnChg>
        <pc:cxnChg chg="add mod">
          <ac:chgData name="" userId="76e769b00277fb27" providerId="LiveId" clId="{87FF5769-43E6-4012-AE57-0B23ED1B38C1}" dt="2023-02-27T06:54:14.358" v="3780" actId="478"/>
          <ac:cxnSpMkLst>
            <pc:docMk/>
            <pc:sldMk cId="4104169307" sldId="274"/>
            <ac:cxnSpMk id="97" creationId="{A990BAB8-6B77-42FD-8AB3-5073F5AFA357}"/>
          </ac:cxnSpMkLst>
        </pc:cxnChg>
        <pc:cxnChg chg="add mod">
          <ac:chgData name="" userId="76e769b00277fb27" providerId="LiveId" clId="{87FF5769-43E6-4012-AE57-0B23ED1B38C1}" dt="2023-02-27T06:54:14.358" v="3780" actId="478"/>
          <ac:cxnSpMkLst>
            <pc:docMk/>
            <pc:sldMk cId="4104169307" sldId="274"/>
            <ac:cxnSpMk id="98" creationId="{B59C087D-61BA-4FC2-84E1-3EB2CCD51529}"/>
          </ac:cxnSpMkLst>
        </pc:cxnChg>
        <pc:cxnChg chg="add mod">
          <ac:chgData name="" userId="76e769b00277fb27" providerId="LiveId" clId="{87FF5769-43E6-4012-AE57-0B23ED1B38C1}" dt="2023-02-27T06:54:14.358" v="3780" actId="478"/>
          <ac:cxnSpMkLst>
            <pc:docMk/>
            <pc:sldMk cId="4104169307" sldId="274"/>
            <ac:cxnSpMk id="99" creationId="{6DE2F59C-F35B-4A60-8844-D3F32ECC1D2B}"/>
          </ac:cxnSpMkLst>
        </pc:cxnChg>
        <pc:cxnChg chg="add mod">
          <ac:chgData name="" userId="76e769b00277fb27" providerId="LiveId" clId="{87FF5769-43E6-4012-AE57-0B23ED1B38C1}" dt="2023-02-27T07:13:07.449" v="4123" actId="164"/>
          <ac:cxnSpMkLst>
            <pc:docMk/>
            <pc:sldMk cId="4104169307" sldId="274"/>
            <ac:cxnSpMk id="102" creationId="{6CBF3652-06ED-49A8-A98B-D83D1466A7EA}"/>
          </ac:cxnSpMkLst>
        </pc:cxnChg>
        <pc:cxnChg chg="del mod topLvl">
          <ac:chgData name="" userId="76e769b00277fb27" providerId="LiveId" clId="{87FF5769-43E6-4012-AE57-0B23ED1B38C1}" dt="2023-02-27T06:39:07.127" v="3470" actId="478"/>
          <ac:cxnSpMkLst>
            <pc:docMk/>
            <pc:sldMk cId="4104169307" sldId="274"/>
            <ac:cxnSpMk id="111" creationId="{120FC9BB-9B79-4612-8064-FCD18D4F9452}"/>
          </ac:cxnSpMkLst>
        </pc:cxnChg>
        <pc:cxnChg chg="del mod topLvl">
          <ac:chgData name="" userId="76e769b00277fb27" providerId="LiveId" clId="{87FF5769-43E6-4012-AE57-0B23ED1B38C1}" dt="2023-02-27T06:39:07.127" v="3470" actId="478"/>
          <ac:cxnSpMkLst>
            <pc:docMk/>
            <pc:sldMk cId="4104169307" sldId="274"/>
            <ac:cxnSpMk id="112" creationId="{20F0B871-925F-4E84-BD0A-65ECFCC9A393}"/>
          </ac:cxnSpMkLst>
        </pc:cxnChg>
        <pc:cxnChg chg="del mod topLvl">
          <ac:chgData name="" userId="76e769b00277fb27" providerId="LiveId" clId="{87FF5769-43E6-4012-AE57-0B23ED1B38C1}" dt="2023-02-27T06:39:07.127" v="3470" actId="478"/>
          <ac:cxnSpMkLst>
            <pc:docMk/>
            <pc:sldMk cId="4104169307" sldId="274"/>
            <ac:cxnSpMk id="113" creationId="{84CD6A70-4F26-48DA-AB55-FB86719DA43C}"/>
          </ac:cxnSpMkLst>
        </pc:cxnChg>
        <pc:cxnChg chg="del mod topLvl">
          <ac:chgData name="" userId="76e769b00277fb27" providerId="LiveId" clId="{87FF5769-43E6-4012-AE57-0B23ED1B38C1}" dt="2023-02-27T06:39:07.127" v="3470" actId="478"/>
          <ac:cxnSpMkLst>
            <pc:docMk/>
            <pc:sldMk cId="4104169307" sldId="274"/>
            <ac:cxnSpMk id="114" creationId="{8F95C35C-A00F-45CE-84D0-E8635CADDA7A}"/>
          </ac:cxnSpMkLst>
        </pc:cxnChg>
        <pc:cxnChg chg="del mod topLvl">
          <ac:chgData name="" userId="76e769b00277fb27" providerId="LiveId" clId="{87FF5769-43E6-4012-AE57-0B23ED1B38C1}" dt="2023-02-27T06:39:07.127" v="3470" actId="478"/>
          <ac:cxnSpMkLst>
            <pc:docMk/>
            <pc:sldMk cId="4104169307" sldId="274"/>
            <ac:cxnSpMk id="115" creationId="{2D2DC343-F194-4EF8-9438-BDBAAA43FD4C}"/>
          </ac:cxnSpMkLst>
        </pc:cxnChg>
        <pc:cxnChg chg="del mod topLvl">
          <ac:chgData name="" userId="76e769b00277fb27" providerId="LiveId" clId="{87FF5769-43E6-4012-AE57-0B23ED1B38C1}" dt="2023-02-27T06:39:07.127" v="3470" actId="478"/>
          <ac:cxnSpMkLst>
            <pc:docMk/>
            <pc:sldMk cId="4104169307" sldId="274"/>
            <ac:cxnSpMk id="117" creationId="{223BB4CD-5C42-4AFF-969A-B1CDB05982C7}"/>
          </ac:cxnSpMkLst>
        </pc:cxnChg>
        <pc:cxnChg chg="del mod topLvl">
          <ac:chgData name="" userId="76e769b00277fb27" providerId="LiveId" clId="{87FF5769-43E6-4012-AE57-0B23ED1B38C1}" dt="2023-02-27T06:39:07.127" v="3470" actId="478"/>
          <ac:cxnSpMkLst>
            <pc:docMk/>
            <pc:sldMk cId="4104169307" sldId="274"/>
            <ac:cxnSpMk id="118" creationId="{7B348CDE-8017-4ADC-8C65-8D5035B7D63E}"/>
          </ac:cxnSpMkLst>
        </pc:cxnChg>
        <pc:cxnChg chg="del mod topLvl">
          <ac:chgData name="" userId="76e769b00277fb27" providerId="LiveId" clId="{87FF5769-43E6-4012-AE57-0B23ED1B38C1}" dt="2023-02-27T06:39:07.127" v="3470" actId="478"/>
          <ac:cxnSpMkLst>
            <pc:docMk/>
            <pc:sldMk cId="4104169307" sldId="274"/>
            <ac:cxnSpMk id="120" creationId="{971A5C79-DCA5-4AB6-8B98-BFD39DFB2B1F}"/>
          </ac:cxnSpMkLst>
        </pc:cxnChg>
        <pc:cxnChg chg="add mod">
          <ac:chgData name="" userId="76e769b00277fb27" providerId="LiveId" clId="{87FF5769-43E6-4012-AE57-0B23ED1B38C1}" dt="2023-02-27T07:13:07.449" v="4123" actId="164"/>
          <ac:cxnSpMkLst>
            <pc:docMk/>
            <pc:sldMk cId="4104169307" sldId="274"/>
            <ac:cxnSpMk id="133" creationId="{6068B9DE-159C-4EEA-9099-E68455C29AFE}"/>
          </ac:cxnSpMkLst>
        </pc:cxnChg>
        <pc:cxnChg chg="add mod">
          <ac:chgData name="" userId="76e769b00277fb27" providerId="LiveId" clId="{87FF5769-43E6-4012-AE57-0B23ED1B38C1}" dt="2023-02-27T07:13:07.449" v="4123" actId="164"/>
          <ac:cxnSpMkLst>
            <pc:docMk/>
            <pc:sldMk cId="4104169307" sldId="274"/>
            <ac:cxnSpMk id="134" creationId="{A0A69A2F-0433-4CC1-8DCF-EAF17B0D50D5}"/>
          </ac:cxnSpMkLst>
        </pc:cxnChg>
        <pc:cxnChg chg="del mod">
          <ac:chgData name="" userId="76e769b00277fb27" providerId="LiveId" clId="{87FF5769-43E6-4012-AE57-0B23ED1B38C1}" dt="2023-02-27T06:38:42.911" v="3466" actId="478"/>
          <ac:cxnSpMkLst>
            <pc:docMk/>
            <pc:sldMk cId="4104169307" sldId="274"/>
            <ac:cxnSpMk id="135" creationId="{3FA7C4F5-B53B-4BE3-8141-B592A977ADAB}"/>
          </ac:cxnSpMkLst>
        </pc:cxnChg>
        <pc:cxnChg chg="add mod">
          <ac:chgData name="" userId="76e769b00277fb27" providerId="LiveId" clId="{87FF5769-43E6-4012-AE57-0B23ED1B38C1}" dt="2023-02-27T07:13:07.449" v="4123" actId="164"/>
          <ac:cxnSpMkLst>
            <pc:docMk/>
            <pc:sldMk cId="4104169307" sldId="274"/>
            <ac:cxnSpMk id="136" creationId="{366A5CA6-4354-4732-9F22-D106ABD8FD3D}"/>
          </ac:cxnSpMkLst>
        </pc:cxnChg>
        <pc:cxnChg chg="del mod">
          <ac:chgData name="" userId="76e769b00277fb27" providerId="LiveId" clId="{87FF5769-43E6-4012-AE57-0B23ED1B38C1}" dt="2023-02-27T06:38:55.356" v="3467" actId="478"/>
          <ac:cxnSpMkLst>
            <pc:docMk/>
            <pc:sldMk cId="4104169307" sldId="274"/>
            <ac:cxnSpMk id="139" creationId="{65F7AE5E-CABD-46A3-B985-84BE46CA01FC}"/>
          </ac:cxnSpMkLst>
        </pc:cxnChg>
        <pc:cxnChg chg="add mod topLvl">
          <ac:chgData name="" userId="76e769b00277fb27" providerId="LiveId" clId="{87FF5769-43E6-4012-AE57-0B23ED1B38C1}" dt="2023-03-06T05:09:53.089" v="5503"/>
          <ac:cxnSpMkLst>
            <pc:docMk/>
            <pc:sldMk cId="4104169307" sldId="274"/>
            <ac:cxnSpMk id="143" creationId="{9BE19B99-5AFE-4024-9E6F-4507E959B462}"/>
          </ac:cxnSpMkLst>
        </pc:cxnChg>
        <pc:cxnChg chg="add mod topLvl">
          <ac:chgData name="" userId="76e769b00277fb27" providerId="LiveId" clId="{87FF5769-43E6-4012-AE57-0B23ED1B38C1}" dt="2023-03-06T05:09:53.089" v="5503"/>
          <ac:cxnSpMkLst>
            <pc:docMk/>
            <pc:sldMk cId="4104169307" sldId="274"/>
            <ac:cxnSpMk id="149" creationId="{25421A55-3DDA-458B-82DD-5E730926F198}"/>
          </ac:cxnSpMkLst>
        </pc:cxnChg>
        <pc:cxnChg chg="add mod topLvl">
          <ac:chgData name="" userId="76e769b00277fb27" providerId="LiveId" clId="{87FF5769-43E6-4012-AE57-0B23ED1B38C1}" dt="2023-03-06T05:09:53.089" v="5503"/>
          <ac:cxnSpMkLst>
            <pc:docMk/>
            <pc:sldMk cId="4104169307" sldId="274"/>
            <ac:cxnSpMk id="150" creationId="{0FF6B3E9-B178-474E-88E0-48D7CAB19F74}"/>
          </ac:cxnSpMkLst>
        </pc:cxnChg>
        <pc:cxnChg chg="add mod topLvl">
          <ac:chgData name="" userId="76e769b00277fb27" providerId="LiveId" clId="{87FF5769-43E6-4012-AE57-0B23ED1B38C1}" dt="2023-03-06T05:09:53.089" v="5503"/>
          <ac:cxnSpMkLst>
            <pc:docMk/>
            <pc:sldMk cId="4104169307" sldId="274"/>
            <ac:cxnSpMk id="151" creationId="{8B2F4AB3-C352-4D71-A9D1-83E08932A671}"/>
          </ac:cxnSpMkLst>
        </pc:cxnChg>
      </pc:sldChg>
      <pc:sldChg chg="addSp delSp modSp add">
        <pc:chgData name="" userId="76e769b00277fb27" providerId="LiveId" clId="{87FF5769-43E6-4012-AE57-0B23ED1B38C1}" dt="2023-03-07T06:14:36.594" v="5729" actId="1076"/>
        <pc:sldMkLst>
          <pc:docMk/>
          <pc:sldMk cId="558218038" sldId="275"/>
        </pc:sldMkLst>
        <pc:spChg chg="add del mod">
          <ac:chgData name="" userId="76e769b00277fb27" providerId="LiveId" clId="{87FF5769-43E6-4012-AE57-0B23ED1B38C1}" dt="2023-02-27T13:11:24.344" v="4337" actId="478"/>
          <ac:spMkLst>
            <pc:docMk/>
            <pc:sldMk cId="558218038" sldId="275"/>
            <ac:spMk id="3" creationId="{2E966496-AF25-4D93-89F9-4C3A345743C9}"/>
          </ac:spMkLst>
        </pc:spChg>
        <pc:spChg chg="add del mod topLvl">
          <ac:chgData name="" userId="76e769b00277fb27" providerId="LiveId" clId="{87FF5769-43E6-4012-AE57-0B23ED1B38C1}" dt="2023-02-27T13:29:41.603" v="4665" actId="478"/>
          <ac:spMkLst>
            <pc:docMk/>
            <pc:sldMk cId="558218038" sldId="275"/>
            <ac:spMk id="4" creationId="{AEDE9327-4041-4C5C-831F-B79F5E8C26DB}"/>
          </ac:spMkLst>
        </pc:spChg>
        <pc:spChg chg="del">
          <ac:chgData name="" userId="76e769b00277fb27" providerId="LiveId" clId="{87FF5769-43E6-4012-AE57-0B23ED1B38C1}" dt="2023-02-27T13:10:58.016" v="4334" actId="478"/>
          <ac:spMkLst>
            <pc:docMk/>
            <pc:sldMk cId="558218038" sldId="275"/>
            <ac:spMk id="6" creationId="{2D9C6173-6EED-4DE2-B835-C99CB9F07C2B}"/>
          </ac:spMkLst>
        </pc:spChg>
        <pc:spChg chg="del">
          <ac:chgData name="" userId="76e769b00277fb27" providerId="LiveId" clId="{87FF5769-43E6-4012-AE57-0B23ED1B38C1}" dt="2023-02-27T13:10:58.016" v="4334" actId="478"/>
          <ac:spMkLst>
            <pc:docMk/>
            <pc:sldMk cId="558218038" sldId="275"/>
            <ac:spMk id="7" creationId="{025E6C19-3EF2-4F5D-9324-F4205EB63BEB}"/>
          </ac:spMkLst>
        </pc:spChg>
        <pc:spChg chg="add del mod">
          <ac:chgData name="" userId="76e769b00277fb27" providerId="LiveId" clId="{87FF5769-43E6-4012-AE57-0B23ED1B38C1}" dt="2023-02-27T13:12:50.265" v="4351" actId="11529"/>
          <ac:spMkLst>
            <pc:docMk/>
            <pc:sldMk cId="558218038" sldId="275"/>
            <ac:spMk id="8" creationId="{22A0243E-5EDE-42FD-9068-EB8C3DFA258F}"/>
          </ac:spMkLst>
        </pc:spChg>
        <pc:spChg chg="del">
          <ac:chgData name="" userId="76e769b00277fb27" providerId="LiveId" clId="{87FF5769-43E6-4012-AE57-0B23ED1B38C1}" dt="2023-02-27T13:10:58.016" v="4334" actId="478"/>
          <ac:spMkLst>
            <pc:docMk/>
            <pc:sldMk cId="558218038" sldId="275"/>
            <ac:spMk id="9" creationId="{C7350E55-CFC3-438C-8496-CC344D5D7B80}"/>
          </ac:spMkLst>
        </pc:spChg>
        <pc:spChg chg="del">
          <ac:chgData name="" userId="76e769b00277fb27" providerId="LiveId" clId="{87FF5769-43E6-4012-AE57-0B23ED1B38C1}" dt="2023-02-27T13:10:58.016" v="4334" actId="478"/>
          <ac:spMkLst>
            <pc:docMk/>
            <pc:sldMk cId="558218038" sldId="275"/>
            <ac:spMk id="10" creationId="{6A4FA180-6074-4EE7-92A1-BEFAD7EBE2C1}"/>
          </ac:spMkLst>
        </pc:spChg>
        <pc:spChg chg="add del mod">
          <ac:chgData name="" userId="76e769b00277fb27" providerId="LiveId" clId="{87FF5769-43E6-4012-AE57-0B23ED1B38C1}" dt="2023-02-27T13:15:45.595" v="4537" actId="478"/>
          <ac:spMkLst>
            <pc:docMk/>
            <pc:sldMk cId="558218038" sldId="275"/>
            <ac:spMk id="12" creationId="{F40F0786-B7EE-4D14-BAAC-30A7603CD47B}"/>
          </ac:spMkLst>
        </pc:spChg>
        <pc:spChg chg="del">
          <ac:chgData name="" userId="76e769b00277fb27" providerId="LiveId" clId="{87FF5769-43E6-4012-AE57-0B23ED1B38C1}" dt="2023-02-27T13:10:58.016" v="4334" actId="478"/>
          <ac:spMkLst>
            <pc:docMk/>
            <pc:sldMk cId="558218038" sldId="275"/>
            <ac:spMk id="16" creationId="{47D053AC-144C-45B9-BDF0-F77C9546F9F7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17" creationId="{0669E12E-DC30-42C7-9138-8D5134766DF2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19" creationId="{E4ABC7DC-81AD-44E7-8904-3CCBC2FB05E0}"/>
          </ac:spMkLst>
        </pc:spChg>
        <pc:spChg chg="add del">
          <ac:chgData name="" userId="76e769b00277fb27" providerId="LiveId" clId="{87FF5769-43E6-4012-AE57-0B23ED1B38C1}" dt="2023-02-27T13:15:08.213" v="4410"/>
          <ac:spMkLst>
            <pc:docMk/>
            <pc:sldMk cId="558218038" sldId="275"/>
            <ac:spMk id="20" creationId="{B97CB79C-F7CC-48C3-BFDD-B08E2FEAFEB8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21" creationId="{BD090693-C5CB-49BD-ADD0-98647F450D96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22" creationId="{E282FAA0-4B3F-417A-803B-D0D163B2A911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23" creationId="{FF90B532-3795-41BD-90CD-5E34591C76BF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25" creationId="{78CD3F54-146A-48F7-98BE-BBAE86339BA1}"/>
          </ac:spMkLst>
        </pc:spChg>
        <pc:spChg chg="del">
          <ac:chgData name="" userId="76e769b00277fb27" providerId="LiveId" clId="{87FF5769-43E6-4012-AE57-0B23ED1B38C1}" dt="2023-02-27T13:10:58.016" v="4334" actId="478"/>
          <ac:spMkLst>
            <pc:docMk/>
            <pc:sldMk cId="558218038" sldId="275"/>
            <ac:spMk id="26" creationId="{AD56123B-0795-4636-A9F9-5CF688DC0510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27" creationId="{4008FD0D-CFFF-4226-9966-FD9D247812B1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28" creationId="{A6669284-2B28-4111-B3B2-1B401A89E6EE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29" creationId="{12271ACC-BBE8-46E5-BB21-882BE9AB3E20}"/>
          </ac:spMkLst>
        </pc:spChg>
        <pc:spChg chg="add mod or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30" creationId="{3EB7A99E-DE56-42CA-A958-E03E2F9F1D52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31" creationId="{766F8664-300D-4EE2-B5FA-1348B7EF2CAC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32" creationId="{B7EB9CF0-D7B6-44FF-8DA5-1152C176669B}"/>
          </ac:spMkLst>
        </pc:spChg>
        <pc:spChg chg="add mod topLvl">
          <ac:chgData name="" userId="76e769b00277fb27" providerId="LiveId" clId="{87FF5769-43E6-4012-AE57-0B23ED1B38C1}" dt="2023-02-27T14:17:59.360" v="5024" actId="164"/>
          <ac:spMkLst>
            <pc:docMk/>
            <pc:sldMk cId="558218038" sldId="275"/>
            <ac:spMk id="33" creationId="{AA2A6787-9E33-4C9C-B5DE-B641D55A58B8}"/>
          </ac:spMkLst>
        </pc:spChg>
        <pc:spChg chg="add del mod">
          <ac:chgData name="" userId="76e769b00277fb27" providerId="LiveId" clId="{87FF5769-43E6-4012-AE57-0B23ED1B38C1}" dt="2023-02-27T13:25:04.752" v="4632" actId="478"/>
          <ac:spMkLst>
            <pc:docMk/>
            <pc:sldMk cId="558218038" sldId="275"/>
            <ac:spMk id="34" creationId="{9D91F632-4CCA-4CB0-A2CC-A1CADFD14ED1}"/>
          </ac:spMkLst>
        </pc:spChg>
        <pc:spChg chg="add del 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83" creationId="{202B60A8-FF07-42D7-B49E-0F1C83C08400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84" creationId="{CC42BA36-8204-45AE-823F-CFDF96519768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85" creationId="{535C64FF-5E55-4123-BA97-3EAAC90E1E93}"/>
          </ac:spMkLst>
        </pc:spChg>
        <pc:spChg chg="del mod topLvl">
          <ac:chgData name="" userId="76e769b00277fb27" providerId="LiveId" clId="{87FF5769-43E6-4012-AE57-0B23ED1B38C1}" dt="2023-02-27T13:57:39.851" v="4870" actId="478"/>
          <ac:spMkLst>
            <pc:docMk/>
            <pc:sldMk cId="558218038" sldId="275"/>
            <ac:spMk id="86" creationId="{191453C3-3856-49FC-A28C-CA50EBCFF3BA}"/>
          </ac:spMkLst>
        </pc:spChg>
        <pc:spChg chg="del mod topLvl">
          <ac:chgData name="" userId="76e769b00277fb27" providerId="LiveId" clId="{87FF5769-43E6-4012-AE57-0B23ED1B38C1}" dt="2023-02-27T13:56:37.117" v="4869" actId="478"/>
          <ac:spMkLst>
            <pc:docMk/>
            <pc:sldMk cId="558218038" sldId="275"/>
            <ac:spMk id="87" creationId="{2122C6F1-9195-451A-A89D-A510774DD372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88" creationId="{9A812600-10B0-4ED9-85BA-94B12B2CFE38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89" creationId="{E893696F-64B1-433E-9463-54BF5FC478B7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90" creationId="{65D0182D-6B66-4C3A-8B67-046D7017A79F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91" creationId="{5831A4E8-A18B-4332-B556-8F05D4F5273B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92" creationId="{E512CB7A-024D-4109-BE26-F879433817A7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93" creationId="{7C00BF87-877E-438E-813D-C030BF0D1B32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94" creationId="{7123B254-1E9F-4282-A517-F45E12580557}"/>
          </ac:spMkLst>
        </pc:spChg>
        <pc:spChg chg="mod topLvl">
          <ac:chgData name="" userId="76e769b00277fb27" providerId="LiveId" clId="{87FF5769-43E6-4012-AE57-0B23ED1B38C1}" dt="2023-02-27T14:21:05.177" v="5058" actId="164"/>
          <ac:spMkLst>
            <pc:docMk/>
            <pc:sldMk cId="558218038" sldId="275"/>
            <ac:spMk id="97" creationId="{0E2CD5E6-10AC-46DA-89E2-682CD64A0277}"/>
          </ac:spMkLst>
        </pc:spChg>
        <pc:spChg chg="del mod topLvl">
          <ac:chgData name="" userId="76e769b00277fb27" providerId="LiveId" clId="{87FF5769-43E6-4012-AE57-0B23ED1B38C1}" dt="2023-02-27T14:19:57.866" v="5052" actId="478"/>
          <ac:spMkLst>
            <pc:docMk/>
            <pc:sldMk cId="558218038" sldId="275"/>
            <ac:spMk id="122" creationId="{DDD292F2-1457-4E94-B74A-A571A69CB541}"/>
          </ac:spMkLst>
        </pc:spChg>
        <pc:spChg chg="del mod topLvl">
          <ac:chgData name="" userId="76e769b00277fb27" providerId="LiveId" clId="{87FF5769-43E6-4012-AE57-0B23ED1B38C1}" dt="2023-02-27T14:19:53.712" v="5050" actId="478"/>
          <ac:spMkLst>
            <pc:docMk/>
            <pc:sldMk cId="558218038" sldId="275"/>
            <ac:spMk id="123" creationId="{CBCB10B1-B1A5-4A6C-8219-4EF195A9B371}"/>
          </ac:spMkLst>
        </pc:spChg>
        <pc:spChg chg="del mod topLvl">
          <ac:chgData name="" userId="76e769b00277fb27" providerId="LiveId" clId="{87FF5769-43E6-4012-AE57-0B23ED1B38C1}" dt="2023-02-27T14:19:58.721" v="5053" actId="478"/>
          <ac:spMkLst>
            <pc:docMk/>
            <pc:sldMk cId="558218038" sldId="275"/>
            <ac:spMk id="124" creationId="{5B483D49-CF73-41ED-BDF5-879AF1C4912E}"/>
          </ac:spMkLst>
        </pc:spChg>
        <pc:spChg chg="del mod topLvl">
          <ac:chgData name="" userId="76e769b00277fb27" providerId="LiveId" clId="{87FF5769-43E6-4012-AE57-0B23ED1B38C1}" dt="2023-02-27T14:19:56.463" v="5051" actId="478"/>
          <ac:spMkLst>
            <pc:docMk/>
            <pc:sldMk cId="558218038" sldId="275"/>
            <ac:spMk id="125" creationId="{8622A35F-8B51-442B-8E03-E12B03C4F68D}"/>
          </ac:spMkLst>
        </pc:spChg>
        <pc:spChg chg="del mod topLvl">
          <ac:chgData name="" userId="76e769b00277fb27" providerId="LiveId" clId="{87FF5769-43E6-4012-AE57-0B23ED1B38C1}" dt="2023-02-27T14:20:00.009" v="5054" actId="478"/>
          <ac:spMkLst>
            <pc:docMk/>
            <pc:sldMk cId="558218038" sldId="275"/>
            <ac:spMk id="126" creationId="{055F645D-E7FC-49E3-9563-50B6A3309AAA}"/>
          </ac:spMkLst>
        </pc:spChg>
        <pc:spChg chg="del mod topLvl">
          <ac:chgData name="" userId="76e769b00277fb27" providerId="LiveId" clId="{87FF5769-43E6-4012-AE57-0B23ED1B38C1}" dt="2023-02-27T14:19:52.462" v="5049" actId="478"/>
          <ac:spMkLst>
            <pc:docMk/>
            <pc:sldMk cId="558218038" sldId="275"/>
            <ac:spMk id="127" creationId="{442A6F44-3E57-458D-A618-29C0AC91CA7C}"/>
          </ac:spMkLst>
        </pc:spChg>
        <pc:spChg chg="del mod topLvl">
          <ac:chgData name="" userId="76e769b00277fb27" providerId="LiveId" clId="{87FF5769-43E6-4012-AE57-0B23ED1B38C1}" dt="2023-02-27T14:19:56.463" v="5051" actId="478"/>
          <ac:spMkLst>
            <pc:docMk/>
            <pc:sldMk cId="558218038" sldId="275"/>
            <ac:spMk id="128" creationId="{EB6278C4-8579-4AF6-949D-09E8AE4FEC94}"/>
          </ac:spMkLst>
        </pc:spChg>
        <pc:spChg chg="del mod topLvl">
          <ac:chgData name="" userId="76e769b00277fb27" providerId="LiveId" clId="{87FF5769-43E6-4012-AE57-0B23ED1B38C1}" dt="2023-02-27T14:19:52.462" v="5049" actId="478"/>
          <ac:spMkLst>
            <pc:docMk/>
            <pc:sldMk cId="558218038" sldId="275"/>
            <ac:spMk id="129" creationId="{DFBF1DEC-055D-4072-BFE6-24270D837311}"/>
          </ac:spMkLst>
        </pc:spChg>
        <pc:spChg chg="del mod topLvl">
          <ac:chgData name="" userId="76e769b00277fb27" providerId="LiveId" clId="{87FF5769-43E6-4012-AE57-0B23ED1B38C1}" dt="2023-02-27T14:19:56.463" v="5051" actId="478"/>
          <ac:spMkLst>
            <pc:docMk/>
            <pc:sldMk cId="558218038" sldId="275"/>
            <ac:spMk id="130" creationId="{975E2864-471C-4789-96C2-9B4E8E96110F}"/>
          </ac:spMkLst>
        </pc:spChg>
        <pc:spChg chg="del mod topLvl">
          <ac:chgData name="" userId="76e769b00277fb27" providerId="LiveId" clId="{87FF5769-43E6-4012-AE57-0B23ED1B38C1}" dt="2023-02-27T14:19:52.462" v="5049" actId="478"/>
          <ac:spMkLst>
            <pc:docMk/>
            <pc:sldMk cId="558218038" sldId="275"/>
            <ac:spMk id="131" creationId="{C0F3B5AE-55BD-4064-B0BA-75FF5257F452}"/>
          </ac:spMkLst>
        </pc:spChg>
        <pc:spChg chg="del mod topLvl">
          <ac:chgData name="" userId="76e769b00277fb27" providerId="LiveId" clId="{87FF5769-43E6-4012-AE57-0B23ED1B38C1}" dt="2023-02-27T14:19:52.462" v="5049" actId="478"/>
          <ac:spMkLst>
            <pc:docMk/>
            <pc:sldMk cId="558218038" sldId="275"/>
            <ac:spMk id="132" creationId="{EFB94CD0-CC27-40AA-9C0E-A249433D09EC}"/>
          </ac:spMkLst>
        </pc:spChg>
        <pc:spChg chg="del mod topLvl">
          <ac:chgData name="" userId="76e769b00277fb27" providerId="LiveId" clId="{87FF5769-43E6-4012-AE57-0B23ED1B38C1}" dt="2023-02-27T14:19:52.462" v="5049" actId="478"/>
          <ac:spMkLst>
            <pc:docMk/>
            <pc:sldMk cId="558218038" sldId="275"/>
            <ac:spMk id="133" creationId="{2A9ABF87-2651-4ECB-BF4F-F9A5D0B32A91}"/>
          </ac:spMkLst>
        </pc:spChg>
        <pc:spChg chg="del mod topLvl">
          <ac:chgData name="" userId="76e769b00277fb27" providerId="LiveId" clId="{87FF5769-43E6-4012-AE57-0B23ED1B38C1}" dt="2023-02-27T14:19:52.462" v="5049" actId="478"/>
          <ac:spMkLst>
            <pc:docMk/>
            <pc:sldMk cId="558218038" sldId="275"/>
            <ac:spMk id="136" creationId="{D7C3542C-8EAE-41BF-9B81-E58FBC6DB061}"/>
          </ac:spMkLst>
        </pc:spChg>
        <pc:grpChg chg="add mod">
          <ac:chgData name="" userId="76e769b00277fb27" providerId="LiveId" clId="{87FF5769-43E6-4012-AE57-0B23ED1B38C1}" dt="2023-03-07T06:14:36.594" v="5729" actId="1076"/>
          <ac:grpSpMkLst>
            <pc:docMk/>
            <pc:sldMk cId="558218038" sldId="275"/>
            <ac:grpSpMk id="35" creationId="{4BB83A8E-57DD-4F65-9572-D3E4D399DA5A}"/>
          </ac:grpSpMkLst>
        </pc:grpChg>
        <pc:grpChg chg="add del mod">
          <ac:chgData name="" userId="76e769b00277fb27" providerId="LiveId" clId="{87FF5769-43E6-4012-AE57-0B23ED1B38C1}" dt="2023-02-27T13:28:54.838" v="4660" actId="165"/>
          <ac:grpSpMkLst>
            <pc:docMk/>
            <pc:sldMk cId="558218038" sldId="275"/>
            <ac:grpSpMk id="39" creationId="{2D865BA5-AC00-40D2-8E35-3703E61BF316}"/>
          </ac:grpSpMkLst>
        </pc:grpChg>
        <pc:grpChg chg="add del mod">
          <ac:chgData name="" userId="76e769b00277fb27" providerId="LiveId" clId="{87FF5769-43E6-4012-AE57-0B23ED1B38C1}" dt="2023-02-27T13:27:28.873" v="4645" actId="478"/>
          <ac:grpSpMkLst>
            <pc:docMk/>
            <pc:sldMk cId="558218038" sldId="275"/>
            <ac:grpSpMk id="40" creationId="{73CC265A-CBC8-4F69-8725-FC9AB9A3F435}"/>
          </ac:grpSpMkLst>
        </pc:grpChg>
        <pc:grpChg chg="add del mod">
          <ac:chgData name="" userId="76e769b00277fb27" providerId="LiveId" clId="{87FF5769-43E6-4012-AE57-0B23ED1B38C1}" dt="2023-02-27T13:47:19.147" v="4728" actId="164"/>
          <ac:grpSpMkLst>
            <pc:docMk/>
            <pc:sldMk cId="558218038" sldId="275"/>
            <ac:grpSpMk id="58" creationId="{FD0F4D2B-B6FB-4735-AFBE-EDB8A20B9118}"/>
          </ac:grpSpMkLst>
        </pc:grpChg>
        <pc:grpChg chg="add mod">
          <ac:chgData name="" userId="76e769b00277fb27" providerId="LiveId" clId="{87FF5769-43E6-4012-AE57-0B23ED1B38C1}" dt="2023-02-27T13:46:42.503" v="4715" actId="164"/>
          <ac:grpSpMkLst>
            <pc:docMk/>
            <pc:sldMk cId="558218038" sldId="275"/>
            <ac:grpSpMk id="59" creationId="{7322D963-3D3D-4B15-989A-BEEBBD94BCD6}"/>
          </ac:grpSpMkLst>
        </pc:grpChg>
        <pc:grpChg chg="add mod">
          <ac:chgData name="" userId="76e769b00277fb27" providerId="LiveId" clId="{87FF5769-43E6-4012-AE57-0B23ED1B38C1}" dt="2023-02-27T13:49:02.557" v="4771" actId="164"/>
          <ac:grpSpMkLst>
            <pc:docMk/>
            <pc:sldMk cId="558218038" sldId="275"/>
            <ac:grpSpMk id="60" creationId="{30AEF5EA-86E2-4A50-8E9D-85E080A89574}"/>
          </ac:grpSpMkLst>
        </pc:grpChg>
        <pc:grpChg chg="add del mod">
          <ac:chgData name="" userId="76e769b00277fb27" providerId="LiveId" clId="{87FF5769-43E6-4012-AE57-0B23ED1B38C1}" dt="2023-02-27T13:52:08.592" v="4796" actId="165"/>
          <ac:grpSpMkLst>
            <pc:docMk/>
            <pc:sldMk cId="558218038" sldId="275"/>
            <ac:grpSpMk id="61" creationId="{D26FD0D1-603A-4682-9D72-9E8D22A788A9}"/>
          </ac:grpSpMkLst>
        </pc:grpChg>
        <pc:grpChg chg="add del mod">
          <ac:chgData name="" userId="76e769b00277fb27" providerId="LiveId" clId="{87FF5769-43E6-4012-AE57-0B23ED1B38C1}" dt="2023-02-27T13:51:28.642" v="4794" actId="478"/>
          <ac:grpSpMkLst>
            <pc:docMk/>
            <pc:sldMk cId="558218038" sldId="275"/>
            <ac:grpSpMk id="62" creationId="{11E4A904-D06D-4179-A0DF-1B7323F368DA}"/>
          </ac:grpSpMkLst>
        </pc:grpChg>
        <pc:grpChg chg="add del mod">
          <ac:chgData name="" userId="76e769b00277fb27" providerId="LiveId" clId="{87FF5769-43E6-4012-AE57-0B23ED1B38C1}" dt="2023-02-27T14:12:35.415" v="4927" actId="165"/>
          <ac:grpSpMkLst>
            <pc:docMk/>
            <pc:sldMk cId="558218038" sldId="275"/>
            <ac:grpSpMk id="80" creationId="{38E91110-3ADB-492A-9C74-F582AE0A1F2D}"/>
          </ac:grpSpMkLst>
        </pc:grpChg>
        <pc:grpChg chg="add del mod ord">
          <ac:chgData name="" userId="76e769b00277fb27" providerId="LiveId" clId="{87FF5769-43E6-4012-AE57-0B23ED1B38C1}" dt="2023-02-27T13:56:32.434" v="4868" actId="165"/>
          <ac:grpSpMkLst>
            <pc:docMk/>
            <pc:sldMk cId="558218038" sldId="275"/>
            <ac:grpSpMk id="81" creationId="{3B1F0D96-3DC7-453C-9EAB-3D4D65F8DA52}"/>
          </ac:grpSpMkLst>
        </pc:grpChg>
        <pc:grpChg chg="add del mod">
          <ac:chgData name="" userId="76e769b00277fb27" providerId="LiveId" clId="{87FF5769-43E6-4012-AE57-0B23ED1B38C1}" dt="2023-02-27T14:18:38.906" v="5030" actId="165"/>
          <ac:grpSpMkLst>
            <pc:docMk/>
            <pc:sldMk cId="558218038" sldId="275"/>
            <ac:grpSpMk id="113" creationId="{9E32E31D-79FA-48F9-A911-9C95F9DD654A}"/>
          </ac:grpSpMkLst>
        </pc:grpChg>
        <pc:grpChg chg="add mod">
          <ac:chgData name="" userId="76e769b00277fb27" providerId="LiveId" clId="{87FF5769-43E6-4012-AE57-0B23ED1B38C1}" dt="2023-03-06T05:09:53.089" v="5503"/>
          <ac:grpSpMkLst>
            <pc:docMk/>
            <pc:sldMk cId="558218038" sldId="275"/>
            <ac:grpSpMk id="119" creationId="{EEC7A97B-4ED7-4947-AA7C-53E872EFEC9C}"/>
          </ac:grpSpMkLst>
        </pc:grpChg>
        <pc:grpChg chg="add del mod">
          <ac:chgData name="" userId="76e769b00277fb27" providerId="LiveId" clId="{87FF5769-43E6-4012-AE57-0B23ED1B38C1}" dt="2023-02-27T14:18:42.774" v="5031" actId="165"/>
          <ac:grpSpMkLst>
            <pc:docMk/>
            <pc:sldMk cId="558218038" sldId="275"/>
            <ac:grpSpMk id="120" creationId="{07EF7013-43F0-466C-A0B8-54C353A2218A}"/>
          </ac:grpSpMkLst>
        </pc:grpChg>
        <pc:grpChg chg="add mod">
          <ac:chgData name="" userId="76e769b00277fb27" providerId="LiveId" clId="{87FF5769-43E6-4012-AE57-0B23ED1B38C1}" dt="2023-03-06T05:09:53.089" v="5503"/>
          <ac:grpSpMkLst>
            <pc:docMk/>
            <pc:sldMk cId="558218038" sldId="275"/>
            <ac:grpSpMk id="138" creationId="{D9C69E5A-0FC0-4D2A-929D-17ADD7914356}"/>
          </ac:grpSpMkLst>
        </pc:grpChg>
        <pc:graphicFrameChg chg="del">
          <ac:chgData name="" userId="76e769b00277fb27" providerId="LiveId" clId="{87FF5769-43E6-4012-AE57-0B23ED1B38C1}" dt="2023-02-27T13:10:58.016" v="4334" actId="478"/>
          <ac:graphicFrameMkLst>
            <pc:docMk/>
            <pc:sldMk cId="558218038" sldId="275"/>
            <ac:graphicFrameMk id="24" creationId="{71B2D2F3-D7AB-4669-BA2F-BC311AF02877}"/>
          </ac:graphicFrameMkLst>
        </pc:graphicFrameChg>
        <pc:picChg chg="add del mod">
          <ac:chgData name="" userId="76e769b00277fb27" providerId="LiveId" clId="{87FF5769-43E6-4012-AE57-0B23ED1B38C1}" dt="2023-02-27T13:22:08.524" v="4608" actId="478"/>
          <ac:picMkLst>
            <pc:docMk/>
            <pc:sldMk cId="558218038" sldId="275"/>
            <ac:picMk id="2" creationId="{6743FFE4-DA14-420C-A550-B92DC2ECA064}"/>
          </ac:picMkLst>
        </pc:picChg>
        <pc:picChg chg="del">
          <ac:chgData name="" userId="76e769b00277fb27" providerId="LiveId" clId="{87FF5769-43E6-4012-AE57-0B23ED1B38C1}" dt="2023-02-27T13:10:58.016" v="4334" actId="478"/>
          <ac:picMkLst>
            <pc:docMk/>
            <pc:sldMk cId="558218038" sldId="275"/>
            <ac:picMk id="5" creationId="{760BFCF8-7584-4F32-8772-C3CACD016664}"/>
          </ac:picMkLst>
        </pc:picChg>
        <pc:picChg chg="add del mod ord">
          <ac:chgData name="" userId="76e769b00277fb27" providerId="LiveId" clId="{87FF5769-43E6-4012-AE57-0B23ED1B38C1}" dt="2023-02-27T13:22:46.746" v="4610" actId="478"/>
          <ac:picMkLst>
            <pc:docMk/>
            <pc:sldMk cId="558218038" sldId="275"/>
            <ac:picMk id="13" creationId="{628D7974-A31D-4364-A3C5-C07EFA511073}"/>
          </ac:picMkLst>
        </pc:picChg>
        <pc:picChg chg="add del mod">
          <ac:chgData name="" userId="76e769b00277fb27" providerId="LiveId" clId="{87FF5769-43E6-4012-AE57-0B23ED1B38C1}" dt="2023-02-27T13:26:44.824" v="4640" actId="478"/>
          <ac:picMkLst>
            <pc:docMk/>
            <pc:sldMk cId="558218038" sldId="275"/>
            <ac:picMk id="14" creationId="{900D7393-43F2-4D1B-8DE0-BEB88E194EEE}"/>
          </ac:picMkLst>
        </pc:picChg>
        <pc:picChg chg="add del mod ord topLvl modCrop">
          <ac:chgData name="" userId="76e769b00277fb27" providerId="LiveId" clId="{87FF5769-43E6-4012-AE57-0B23ED1B38C1}" dt="2023-02-27T14:13:20.212" v="4962" actId="478"/>
          <ac:picMkLst>
            <pc:docMk/>
            <pc:sldMk cId="558218038" sldId="275"/>
            <ac:picMk id="15" creationId="{B3F63526-2859-4B17-A34B-A675E8E0E5CE}"/>
          </ac:picMkLst>
        </pc:picChg>
        <pc:picChg chg="add del mod">
          <ac:chgData name="" userId="76e769b00277fb27" providerId="LiveId" clId="{87FF5769-43E6-4012-AE57-0B23ED1B38C1}" dt="2023-02-27T13:56:17.394" v="4866" actId="478"/>
          <ac:picMkLst>
            <pc:docMk/>
            <pc:sldMk cId="558218038" sldId="275"/>
            <ac:picMk id="79" creationId="{5524125A-8100-43A6-A7BF-E3561FA7536F}"/>
          </ac:picMkLst>
        </pc:picChg>
        <pc:picChg chg="add del mod ord topLvl">
          <ac:chgData name="" userId="76e769b00277fb27" providerId="LiveId" clId="{87FF5769-43E6-4012-AE57-0B23ED1B38C1}" dt="2023-02-27T14:19:36.493" v="5043" actId="478"/>
          <ac:picMkLst>
            <pc:docMk/>
            <pc:sldMk cId="558218038" sldId="275"/>
            <ac:picMk id="82" creationId="{09547A71-113C-47B1-803E-11D4082D0C5B}"/>
          </ac:picMkLst>
        </pc:picChg>
        <pc:picChg chg="add del mod">
          <ac:chgData name="" userId="76e769b00277fb27" providerId="LiveId" clId="{87FF5769-43E6-4012-AE57-0B23ED1B38C1}" dt="2023-02-27T14:04:10.838" v="4915" actId="478"/>
          <ac:picMkLst>
            <pc:docMk/>
            <pc:sldMk cId="558218038" sldId="275"/>
            <ac:picMk id="108" creationId="{17BFB480-41E3-45E5-9431-7841B2C55174}"/>
          </ac:picMkLst>
        </pc:picChg>
        <pc:picChg chg="add del mod ord">
          <ac:chgData name="" userId="76e769b00277fb27" providerId="LiveId" clId="{87FF5769-43E6-4012-AE57-0B23ED1B38C1}" dt="2023-02-27T14:13:03.160" v="4959" actId="478"/>
          <ac:picMkLst>
            <pc:docMk/>
            <pc:sldMk cId="558218038" sldId="275"/>
            <ac:picMk id="114" creationId="{15E89A6C-0038-46B0-9470-604084F80C43}"/>
          </ac:picMkLst>
        </pc:picChg>
        <pc:picChg chg="add del ord">
          <ac:chgData name="" userId="76e769b00277fb27" providerId="LiveId" clId="{87FF5769-43E6-4012-AE57-0B23ED1B38C1}" dt="2023-02-27T14:13:52.077" v="4963" actId="478"/>
          <ac:picMkLst>
            <pc:docMk/>
            <pc:sldMk cId="558218038" sldId="275"/>
            <ac:picMk id="115" creationId="{B62D9475-5AC7-4026-9259-9272B44764C4}"/>
          </ac:picMkLst>
        </pc:picChg>
        <pc:picChg chg="add del mod ord">
          <ac:chgData name="" userId="76e769b00277fb27" providerId="LiveId" clId="{87FF5769-43E6-4012-AE57-0B23ED1B38C1}" dt="2023-02-27T14:14:54.562" v="4996" actId="478"/>
          <ac:picMkLst>
            <pc:docMk/>
            <pc:sldMk cId="558218038" sldId="275"/>
            <ac:picMk id="116" creationId="{09EF18A3-0D57-4BBD-A0BF-F189D93132DD}"/>
          </ac:picMkLst>
        </pc:picChg>
        <pc:picChg chg="add del mod ord">
          <ac:chgData name="" userId="76e769b00277fb27" providerId="LiveId" clId="{87FF5769-43E6-4012-AE57-0B23ED1B38C1}" dt="2023-02-27T14:15:36.762" v="5003" actId="478"/>
          <ac:picMkLst>
            <pc:docMk/>
            <pc:sldMk cId="558218038" sldId="275"/>
            <ac:picMk id="117" creationId="{4AE1496C-11BB-4DA1-811C-581FA69AFB0D}"/>
          </ac:picMkLst>
        </pc:picChg>
        <pc:picChg chg="add mod ord modCrop">
          <ac:chgData name="" userId="76e769b00277fb27" providerId="LiveId" clId="{87FF5769-43E6-4012-AE57-0B23ED1B38C1}" dt="2023-02-27T14:17:59.360" v="5024" actId="164"/>
          <ac:picMkLst>
            <pc:docMk/>
            <pc:sldMk cId="558218038" sldId="275"/>
            <ac:picMk id="118" creationId="{0616172B-D2B4-44D5-8AA2-7DF4C5EA6690}"/>
          </ac:picMkLst>
        </pc:picChg>
        <pc:picChg chg="mod ord topLvl modCrop">
          <ac:chgData name="" userId="76e769b00277fb27" providerId="LiveId" clId="{87FF5769-43E6-4012-AE57-0B23ED1B38C1}" dt="2023-02-27T14:21:05.177" v="5058" actId="164"/>
          <ac:picMkLst>
            <pc:docMk/>
            <pc:sldMk cId="558218038" sldId="275"/>
            <ac:picMk id="121" creationId="{05739ED8-9F27-417F-BE14-1BE36F8DE26E}"/>
          </ac:picMkLst>
        </pc:picChg>
        <pc:picChg chg="add del mod">
          <ac:chgData name="" userId="76e769b00277fb27" providerId="LiveId" clId="{87FF5769-43E6-4012-AE57-0B23ED1B38C1}" dt="2023-02-27T14:18:55.756" v="5036"/>
          <ac:picMkLst>
            <pc:docMk/>
            <pc:sldMk cId="558218038" sldId="275"/>
            <ac:picMk id="137" creationId="{243DF0BD-6293-4780-9A5E-DEE9497C8C77}"/>
          </ac:picMkLst>
        </pc:picChg>
        <pc:cxnChg chg="del mod">
          <ac:chgData name="" userId="76e769b00277fb27" providerId="LiveId" clId="{87FF5769-43E6-4012-AE57-0B23ED1B38C1}" dt="2023-02-27T13:10:58.016" v="4334" actId="478"/>
          <ac:cxnSpMkLst>
            <pc:docMk/>
            <pc:sldMk cId="558218038" sldId="275"/>
            <ac:cxnSpMk id="11" creationId="{351D4630-C459-4258-B923-8A6300A0C666}"/>
          </ac:cxnSpMkLst>
        </pc:cxnChg>
        <pc:cxnChg chg="del mod">
          <ac:chgData name="" userId="76e769b00277fb27" providerId="LiveId" clId="{87FF5769-43E6-4012-AE57-0B23ED1B38C1}" dt="2023-02-27T13:10:58.016" v="4334" actId="478"/>
          <ac:cxnSpMkLst>
            <pc:docMk/>
            <pc:sldMk cId="558218038" sldId="275"/>
            <ac:cxnSpMk id="18" creationId="{DE7E7765-739E-4BF3-A518-F28BD2BA9203}"/>
          </ac:cxnSpMkLst>
        </pc:cxnChg>
        <pc:cxnChg chg="add mod topLvl">
          <ac:chgData name="" userId="76e769b00277fb27" providerId="LiveId" clId="{87FF5769-43E6-4012-AE57-0B23ED1B38C1}" dt="2023-02-27T14:17:59.360" v="5024" actId="164"/>
          <ac:cxnSpMkLst>
            <pc:docMk/>
            <pc:sldMk cId="558218038" sldId="275"/>
            <ac:cxnSpMk id="36" creationId="{C859C429-0795-4104-8161-124A387365A0}"/>
          </ac:cxnSpMkLst>
        </pc:cxnChg>
        <pc:cxnChg chg="add mod topLvl">
          <ac:chgData name="" userId="76e769b00277fb27" providerId="LiveId" clId="{87FF5769-43E6-4012-AE57-0B23ED1B38C1}" dt="2023-02-27T14:17:59.360" v="5024" actId="164"/>
          <ac:cxnSpMkLst>
            <pc:docMk/>
            <pc:sldMk cId="558218038" sldId="275"/>
            <ac:cxnSpMk id="38" creationId="{A30F36C6-0939-4C5C-8881-5182AA807BD0}"/>
          </ac:cxnSpMkLst>
        </pc:cxnChg>
        <pc:cxnChg chg="mod">
          <ac:chgData name="" userId="76e769b00277fb27" providerId="LiveId" clId="{87FF5769-43E6-4012-AE57-0B23ED1B38C1}" dt="2023-02-27T13:27:28.873" v="4645" actId="478"/>
          <ac:cxnSpMkLst>
            <pc:docMk/>
            <pc:sldMk cId="558218038" sldId="275"/>
            <ac:cxnSpMk id="55" creationId="{E50DDD4D-8C05-4AD4-B035-EC3C9C7A4352}"/>
          </ac:cxnSpMkLst>
        </pc:cxnChg>
        <pc:cxnChg chg="mod">
          <ac:chgData name="" userId="76e769b00277fb27" providerId="LiveId" clId="{87FF5769-43E6-4012-AE57-0B23ED1B38C1}" dt="2023-02-27T13:27:28.873" v="4645" actId="478"/>
          <ac:cxnSpMkLst>
            <pc:docMk/>
            <pc:sldMk cId="558218038" sldId="275"/>
            <ac:cxnSpMk id="56" creationId="{6B8F0E43-11CC-410F-8069-6C367257B9FC}"/>
          </ac:cxnSpMkLst>
        </pc:cxnChg>
        <pc:cxnChg chg="mod">
          <ac:chgData name="" userId="76e769b00277fb27" providerId="LiveId" clId="{87FF5769-43E6-4012-AE57-0B23ED1B38C1}" dt="2023-02-27T13:51:28.642" v="4794" actId="478"/>
          <ac:cxnSpMkLst>
            <pc:docMk/>
            <pc:sldMk cId="558218038" sldId="275"/>
            <ac:cxnSpMk id="76" creationId="{E2DF9EEF-D20C-4090-93AF-F005F4C386AD}"/>
          </ac:cxnSpMkLst>
        </pc:cxnChg>
        <pc:cxnChg chg="mod">
          <ac:chgData name="" userId="76e769b00277fb27" providerId="LiveId" clId="{87FF5769-43E6-4012-AE57-0B23ED1B38C1}" dt="2023-02-27T13:51:28.642" v="4794" actId="478"/>
          <ac:cxnSpMkLst>
            <pc:docMk/>
            <pc:sldMk cId="558218038" sldId="275"/>
            <ac:cxnSpMk id="77" creationId="{25A9F74C-6029-4C71-BAAA-9DE1CE4914E7}"/>
          </ac:cxnSpMkLst>
        </pc:cxnChg>
        <pc:cxnChg chg="mod topLvl">
          <ac:chgData name="" userId="76e769b00277fb27" providerId="LiveId" clId="{87FF5769-43E6-4012-AE57-0B23ED1B38C1}" dt="2023-02-27T14:21:05.177" v="5058" actId="164"/>
          <ac:cxnSpMkLst>
            <pc:docMk/>
            <pc:sldMk cId="558218038" sldId="275"/>
            <ac:cxnSpMk id="95" creationId="{1AAAE8D3-CAC4-4BD8-AAC5-2EF9F104E506}"/>
          </ac:cxnSpMkLst>
        </pc:cxnChg>
        <pc:cxnChg chg="mod topLvl">
          <ac:chgData name="" userId="76e769b00277fb27" providerId="LiveId" clId="{87FF5769-43E6-4012-AE57-0B23ED1B38C1}" dt="2023-02-27T14:21:05.177" v="5058" actId="164"/>
          <ac:cxnSpMkLst>
            <pc:docMk/>
            <pc:sldMk cId="558218038" sldId="275"/>
            <ac:cxnSpMk id="96" creationId="{EA58CC16-65FB-4C78-ADC6-E3E75DE45779}"/>
          </ac:cxnSpMkLst>
        </pc:cxnChg>
        <pc:cxnChg chg="add mod ord topLvl">
          <ac:chgData name="" userId="76e769b00277fb27" providerId="LiveId" clId="{87FF5769-43E6-4012-AE57-0B23ED1B38C1}" dt="2023-02-27T14:21:05.177" v="5058" actId="164"/>
          <ac:cxnSpMkLst>
            <pc:docMk/>
            <pc:sldMk cId="558218038" sldId="275"/>
            <ac:cxnSpMk id="99" creationId="{5125E274-7D4F-481E-A303-975B4A1262A1}"/>
          </ac:cxnSpMkLst>
        </pc:cxnChg>
        <pc:cxnChg chg="add del mod">
          <ac:chgData name="" userId="76e769b00277fb27" providerId="LiveId" clId="{87FF5769-43E6-4012-AE57-0B23ED1B38C1}" dt="2023-02-27T14:03:00.868" v="4909" actId="478"/>
          <ac:cxnSpMkLst>
            <pc:docMk/>
            <pc:sldMk cId="558218038" sldId="275"/>
            <ac:cxnSpMk id="110" creationId="{579E35E7-6EEB-4EA4-8BFF-5FE33ADDE3BC}"/>
          </ac:cxnSpMkLst>
        </pc:cxnChg>
        <pc:cxnChg chg="add del mod">
          <ac:chgData name="" userId="76e769b00277fb27" providerId="LiveId" clId="{87FF5769-43E6-4012-AE57-0B23ED1B38C1}" dt="2023-02-27T14:03:37.701" v="4914" actId="478"/>
          <ac:cxnSpMkLst>
            <pc:docMk/>
            <pc:sldMk cId="558218038" sldId="275"/>
            <ac:cxnSpMk id="112" creationId="{AAF0CB52-85C4-4677-AED3-FB233463BDCF}"/>
          </ac:cxnSpMkLst>
        </pc:cxnChg>
        <pc:cxnChg chg="del mod topLvl">
          <ac:chgData name="" userId="76e769b00277fb27" providerId="LiveId" clId="{87FF5769-43E6-4012-AE57-0B23ED1B38C1}" dt="2023-02-27T14:19:52.462" v="5049" actId="478"/>
          <ac:cxnSpMkLst>
            <pc:docMk/>
            <pc:sldMk cId="558218038" sldId="275"/>
            <ac:cxnSpMk id="134" creationId="{B9FEF260-97F6-4632-847E-1B809400FA3B}"/>
          </ac:cxnSpMkLst>
        </pc:cxnChg>
        <pc:cxnChg chg="del mod topLvl">
          <ac:chgData name="" userId="76e769b00277fb27" providerId="LiveId" clId="{87FF5769-43E6-4012-AE57-0B23ED1B38C1}" dt="2023-02-27T14:19:52.462" v="5049" actId="478"/>
          <ac:cxnSpMkLst>
            <pc:docMk/>
            <pc:sldMk cId="558218038" sldId="275"/>
            <ac:cxnSpMk id="135" creationId="{3F8EF8BC-3D8C-43C6-8FFB-B4094B9B2C33}"/>
          </ac:cxnSpMkLst>
        </pc:cxnChg>
      </pc:sldChg>
      <pc:sldChg chg="addSp delSp modSp add del">
        <pc:chgData name="" userId="76e769b00277fb27" providerId="LiveId" clId="{87FF5769-43E6-4012-AE57-0B23ED1B38C1}" dt="2023-03-07T06:14:37.978" v="5730" actId="2696"/>
        <pc:sldMkLst>
          <pc:docMk/>
          <pc:sldMk cId="1662014147" sldId="276"/>
        </pc:sldMkLst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35" creationId="{132A751A-EE44-4A54-A895-0BAFAD7D8291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37" creationId="{21FFE298-CA02-4BE7-94F8-036F226C0347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56" creationId="{604BF1C6-4F30-49F2-8FF0-01E1329EF716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57" creationId="{129B7A1C-A825-49AF-A8D6-DEAEB9E3FFC1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58" creationId="{22ECE040-54D3-4FF6-95FC-6415490C270C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59" creationId="{291AE0F5-CC7A-44FB-836B-6124523971D7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60" creationId="{02027D71-79E2-447A-8430-D7C4DEEE0E4F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61" creationId="{4D238D79-DA12-4544-ABF1-728898B0CA60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62" creationId="{2483A297-9B8E-4D05-B2B1-3C6E2AE77391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63" creationId="{2AEBF54E-51CE-4105-A65A-38834470526A}"/>
          </ac:spMkLst>
        </pc:spChg>
        <pc:spChg chg="add mod">
          <ac:chgData name="" userId="76e769b00277fb27" providerId="LiveId" clId="{87FF5769-43E6-4012-AE57-0B23ED1B38C1}" dt="2023-03-07T06:05:29.695" v="5711" actId="164"/>
          <ac:spMkLst>
            <pc:docMk/>
            <pc:sldMk cId="1662014147" sldId="276"/>
            <ac:spMk id="64" creationId="{DCCB91FA-4842-461D-B1F1-AB734C7D283F}"/>
          </ac:spMkLst>
        </pc:spChg>
        <pc:grpChg chg="add del mod">
          <ac:chgData name="" userId="76e769b00277fb27" providerId="LiveId" clId="{87FF5769-43E6-4012-AE57-0B23ED1B38C1}" dt="2023-03-07T06:14:31.920" v="5727"/>
          <ac:grpSpMkLst>
            <pc:docMk/>
            <pc:sldMk cId="1662014147" sldId="276"/>
            <ac:grpSpMk id="2" creationId="{2AFDE210-6F6D-4D08-BC39-C88ECA9F3895}"/>
          </ac:grpSpMkLst>
        </pc:grpChg>
        <pc:grpChg chg="add del">
          <ac:chgData name="" userId="76e769b00277fb27" providerId="LiveId" clId="{87FF5769-43E6-4012-AE57-0B23ED1B38C1}" dt="2023-03-07T06:05:19.994" v="5709" actId="478"/>
          <ac:grpSpMkLst>
            <pc:docMk/>
            <pc:sldMk cId="1662014147" sldId="276"/>
            <ac:grpSpMk id="39" creationId="{D80A43CC-E1CA-41CC-8F1B-586610CD6D45}"/>
          </ac:grpSpMkLst>
        </pc:grpChg>
        <pc:grpChg chg="add mod">
          <ac:chgData name="" userId="76e769b00277fb27" providerId="LiveId" clId="{87FF5769-43E6-4012-AE57-0B23ED1B38C1}" dt="2023-03-07T06:05:29.695" v="5711" actId="164"/>
          <ac:grpSpMkLst>
            <pc:docMk/>
            <pc:sldMk cId="1662014147" sldId="276"/>
            <ac:grpSpMk id="65" creationId="{510ABAC4-70FB-4ABD-9BC5-DA91830A02EF}"/>
          </ac:grpSpMkLst>
        </pc:grpChg>
        <pc:grpChg chg="del">
          <ac:chgData name="" userId="76e769b00277fb27" providerId="LiveId" clId="{87FF5769-43E6-4012-AE57-0B23ED1B38C1}" dt="2023-03-07T06:04:41.442" v="5703" actId="478"/>
          <ac:grpSpMkLst>
            <pc:docMk/>
            <pc:sldMk cId="1662014147" sldId="276"/>
            <ac:grpSpMk id="119" creationId="{EEC7A97B-4ED7-4947-AA7C-53E872EFEC9C}"/>
          </ac:grpSpMkLst>
        </pc:grpChg>
        <pc:grpChg chg="del">
          <ac:chgData name="" userId="76e769b00277fb27" providerId="LiveId" clId="{87FF5769-43E6-4012-AE57-0B23ED1B38C1}" dt="2023-03-07T06:04:42.004" v="5704" actId="478"/>
          <ac:grpSpMkLst>
            <pc:docMk/>
            <pc:sldMk cId="1662014147" sldId="276"/>
            <ac:grpSpMk id="138" creationId="{D9C69E5A-0FC0-4D2A-929D-17ADD7914356}"/>
          </ac:grpSpMkLst>
        </pc:grpChg>
        <pc:picChg chg="add mod">
          <ac:chgData name="" userId="76e769b00277fb27" providerId="LiveId" clId="{87FF5769-43E6-4012-AE57-0B23ED1B38C1}" dt="2023-03-07T06:05:29.695" v="5711" actId="164"/>
          <ac:picMkLst>
            <pc:docMk/>
            <pc:sldMk cId="1662014147" sldId="276"/>
            <ac:picMk id="55" creationId="{BC8FE741-12E1-4095-BE8C-364F68F3BD10}"/>
          </ac:picMkLst>
        </pc:picChg>
        <pc:cxnChg chg="mod">
          <ac:chgData name="" userId="76e769b00277fb27" providerId="LiveId" clId="{87FF5769-43E6-4012-AE57-0B23ED1B38C1}" dt="2023-03-07T06:04:41.442" v="5703" actId="478"/>
          <ac:cxnSpMkLst>
            <pc:docMk/>
            <pc:sldMk cId="1662014147" sldId="276"/>
            <ac:cxnSpMk id="36" creationId="{C859C429-0795-4104-8161-124A387365A0}"/>
          </ac:cxnSpMkLst>
        </pc:cxnChg>
        <pc:cxnChg chg="mod">
          <ac:chgData name="" userId="76e769b00277fb27" providerId="LiveId" clId="{87FF5769-43E6-4012-AE57-0B23ED1B38C1}" dt="2023-03-07T06:04:41.442" v="5703" actId="478"/>
          <ac:cxnSpMkLst>
            <pc:docMk/>
            <pc:sldMk cId="1662014147" sldId="276"/>
            <ac:cxnSpMk id="38" creationId="{A30F36C6-0939-4C5C-8881-5182AA807BD0}"/>
          </ac:cxnSpMkLst>
        </pc:cxnChg>
        <pc:cxnChg chg="mod">
          <ac:chgData name="" userId="76e769b00277fb27" providerId="LiveId" clId="{87FF5769-43E6-4012-AE57-0B23ED1B38C1}" dt="2023-03-07T06:05:19.994" v="5709" actId="478"/>
          <ac:cxnSpMkLst>
            <pc:docMk/>
            <pc:sldMk cId="1662014147" sldId="276"/>
            <ac:cxnSpMk id="52" creationId="{74F1955D-3910-403D-ADC9-D19A222AECDE}"/>
          </ac:cxnSpMkLst>
        </pc:cxnChg>
        <pc:cxnChg chg="mod">
          <ac:chgData name="" userId="76e769b00277fb27" providerId="LiveId" clId="{87FF5769-43E6-4012-AE57-0B23ED1B38C1}" dt="2023-03-07T06:05:19.994" v="5709" actId="478"/>
          <ac:cxnSpMkLst>
            <pc:docMk/>
            <pc:sldMk cId="1662014147" sldId="276"/>
            <ac:cxnSpMk id="53" creationId="{4E61EE8E-6D25-4C71-AD71-458DD5D71E99}"/>
          </ac:cxnSpMkLst>
        </pc:cxnChg>
        <pc:cxnChg chg="mod">
          <ac:chgData name="" userId="76e769b00277fb27" providerId="LiveId" clId="{87FF5769-43E6-4012-AE57-0B23ED1B38C1}" dt="2023-03-07T06:04:42.004" v="5704" actId="478"/>
          <ac:cxnSpMkLst>
            <pc:docMk/>
            <pc:sldMk cId="1662014147" sldId="276"/>
            <ac:cxnSpMk id="95" creationId="{1AAAE8D3-CAC4-4BD8-AAC5-2EF9F104E506}"/>
          </ac:cxnSpMkLst>
        </pc:cxnChg>
        <pc:cxnChg chg="mod">
          <ac:chgData name="" userId="76e769b00277fb27" providerId="LiveId" clId="{87FF5769-43E6-4012-AE57-0B23ED1B38C1}" dt="2023-03-07T06:04:42.004" v="5704" actId="478"/>
          <ac:cxnSpMkLst>
            <pc:docMk/>
            <pc:sldMk cId="1662014147" sldId="276"/>
            <ac:cxnSpMk id="96" creationId="{EA58CC16-65FB-4C78-ADC6-E3E75DE45779}"/>
          </ac:cxnSpMkLst>
        </pc:cxnChg>
      </pc:sldChg>
      <pc:sldChg chg="addSp modSp add del modNotesTx">
        <pc:chgData name="" userId="76e769b00277fb27" providerId="LiveId" clId="{87FF5769-43E6-4012-AE57-0B23ED1B38C1}" dt="2023-03-06T05:09:57.631" v="5504" actId="2696"/>
        <pc:sldMkLst>
          <pc:docMk/>
          <pc:sldMk cId="1850050824" sldId="276"/>
        </pc:sldMkLst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36" creationId="{7A133454-0587-42E8-8889-782CDECA6309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73" creationId="{B02E3F77-632D-464D-9365-DFF9E4E3CB67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74" creationId="{A742AB4C-4C0A-41DC-B22D-BFD229985D91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108" creationId="{1C0CA2E2-A3CD-4800-A872-2A14E3580DB2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109" creationId="{6BE746BF-3544-49DB-8982-566512EEE642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196" creationId="{7933BCA6-F8BD-44D8-ADA0-3EBB6F8A8068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197" creationId="{5E129519-8107-43A1-9432-E9E490D99615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275" creationId="{ECBBB52E-2666-4CA5-9604-D6A4F93F89B5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276" creationId="{986C0999-34F7-41AF-9ED6-CFF361696D04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277" creationId="{DBA38FAA-BB21-486A-9AF9-37BE737C95A3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278" creationId="{B1549342-1CEA-4A23-A0FB-82A0F7DFFEA6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279" creationId="{F09A7D16-B461-479D-BDFD-333524DF51C3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281" creationId="{01068D39-A8F8-4C28-B085-7EAD01796265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284" creationId="{2701CDD2-469D-459E-A048-4E6E46A973B1}"/>
          </ac:spMkLst>
        </pc:spChg>
        <pc:spChg chg="mod">
          <ac:chgData name="" userId="76e769b00277fb27" providerId="LiveId" clId="{87FF5769-43E6-4012-AE57-0B23ED1B38C1}" dt="2023-03-06T05:08:21.313" v="5474" actId="164"/>
          <ac:spMkLst>
            <pc:docMk/>
            <pc:sldMk cId="1850050824" sldId="276"/>
            <ac:spMk id="286" creationId="{C6FD5710-2C76-4B5F-8895-CC7443BADB1A}"/>
          </ac:spMkLst>
        </pc:spChg>
        <pc:grpChg chg="add mod">
          <ac:chgData name="" userId="76e769b00277fb27" providerId="LiveId" clId="{87FF5769-43E6-4012-AE57-0B23ED1B38C1}" dt="2023-03-06T05:09:53.089" v="5503"/>
          <ac:grpSpMkLst>
            <pc:docMk/>
            <pc:sldMk cId="1850050824" sldId="276"/>
            <ac:grpSpMk id="2" creationId="{D0B2724C-64A0-4173-9DCA-379377D31734}"/>
          </ac:grpSpMkLst>
        </pc:grpChg>
        <pc:grpChg chg="mod">
          <ac:chgData name="" userId="76e769b00277fb27" providerId="LiveId" clId="{87FF5769-43E6-4012-AE57-0B23ED1B38C1}" dt="2023-03-06T05:09:53.089" v="5503"/>
          <ac:grpSpMkLst>
            <pc:docMk/>
            <pc:sldMk cId="1850050824" sldId="276"/>
            <ac:grpSpMk id="34" creationId="{B4C8F13A-0E93-4978-AC02-4AC519AEE97F}"/>
          </ac:grpSpMkLst>
        </pc:grpChg>
        <pc:grpChg chg="mod">
          <ac:chgData name="" userId="76e769b00277fb27" providerId="LiveId" clId="{87FF5769-43E6-4012-AE57-0B23ED1B38C1}" dt="2023-03-06T05:09:53.089" v="5503"/>
          <ac:grpSpMkLst>
            <pc:docMk/>
            <pc:sldMk cId="1850050824" sldId="276"/>
            <ac:grpSpMk id="35" creationId="{07561B2C-7589-44CC-99F8-B5EC9569669F}"/>
          </ac:grpSpMkLst>
        </pc:grpChg>
        <pc:grpChg chg="mod">
          <ac:chgData name="" userId="76e769b00277fb27" providerId="LiveId" clId="{87FF5769-43E6-4012-AE57-0B23ED1B38C1}" dt="2023-03-06T05:09:53.089" v="5503"/>
          <ac:grpSpMkLst>
            <pc:docMk/>
            <pc:sldMk cId="1850050824" sldId="276"/>
            <ac:grpSpMk id="42" creationId="{4C375C2B-AF5B-47D5-BF11-395D93F5EB95}"/>
          </ac:grpSpMkLst>
        </pc:grpChg>
        <pc:grpChg chg="mod">
          <ac:chgData name="" userId="76e769b00277fb27" providerId="LiveId" clId="{87FF5769-43E6-4012-AE57-0B23ED1B38C1}" dt="2023-03-06T05:09:53.089" v="5503"/>
          <ac:grpSpMkLst>
            <pc:docMk/>
            <pc:sldMk cId="1850050824" sldId="276"/>
            <ac:grpSpMk id="82" creationId="{EC1D221F-FA50-4A53-85D1-E4979D39F138}"/>
          </ac:grpSpMkLst>
        </pc:grpChg>
        <pc:grpChg chg="mod">
          <ac:chgData name="" userId="76e769b00277fb27" providerId="LiveId" clId="{87FF5769-43E6-4012-AE57-0B23ED1B38C1}" dt="2023-03-06T05:09:53.089" v="5503"/>
          <ac:grpSpMkLst>
            <pc:docMk/>
            <pc:sldMk cId="1850050824" sldId="276"/>
            <ac:grpSpMk id="138" creationId="{40213C70-BD00-455D-BED7-5E3ACF502AC8}"/>
          </ac:grpSpMkLst>
        </pc:grpChg>
        <pc:grpChg chg="mod">
          <ac:chgData name="" userId="76e769b00277fb27" providerId="LiveId" clId="{87FF5769-43E6-4012-AE57-0B23ED1B38C1}" dt="2023-03-06T05:09:53.089" v="5503"/>
          <ac:grpSpMkLst>
            <pc:docMk/>
            <pc:sldMk cId="1850050824" sldId="276"/>
            <ac:grpSpMk id="259" creationId="{6E1EF38D-C600-4F55-8FF3-D87DEBBE5075}"/>
          </ac:grpSpMkLst>
        </pc:grpChg>
        <pc:graphicFrameChg chg="mod">
          <ac:chgData name="" userId="76e769b00277fb27" providerId="LiveId" clId="{87FF5769-43E6-4012-AE57-0B23ED1B38C1}" dt="2023-03-06T05:08:21.313" v="5474" actId="164"/>
          <ac:graphicFrameMkLst>
            <pc:docMk/>
            <pc:sldMk cId="1850050824" sldId="276"/>
            <ac:graphicFrameMk id="135" creationId="{DF027F46-A2AC-4D2A-963F-0BEC56446961}"/>
          </ac:graphicFrameMkLst>
        </pc:graphicFrameChg>
        <pc:picChg chg="mod">
          <ac:chgData name="" userId="76e769b00277fb27" providerId="LiveId" clId="{87FF5769-43E6-4012-AE57-0B23ED1B38C1}" dt="2023-03-06T05:08:21.313" v="5474" actId="164"/>
          <ac:picMkLst>
            <pc:docMk/>
            <pc:sldMk cId="1850050824" sldId="276"/>
            <ac:picMk id="33" creationId="{5117B9CC-5B84-4849-A024-E35D7EC0DE8B}"/>
          </ac:picMkLst>
        </pc:picChg>
        <pc:cxnChg chg="mod">
          <ac:chgData name="" userId="76e769b00277fb27" providerId="LiveId" clId="{87FF5769-43E6-4012-AE57-0B23ED1B38C1}" dt="2023-03-06T05:08:21.313" v="5474" actId="164"/>
          <ac:cxnSpMkLst>
            <pc:docMk/>
            <pc:sldMk cId="1850050824" sldId="276"/>
            <ac:cxnSpMk id="38" creationId="{72412077-B777-4BC5-A556-279F10EE0F70}"/>
          </ac:cxnSpMkLst>
        </pc:cxnChg>
        <pc:cxnChg chg="mod">
          <ac:chgData name="" userId="76e769b00277fb27" providerId="LiveId" clId="{87FF5769-43E6-4012-AE57-0B23ED1B38C1}" dt="2023-03-06T05:08:21.313" v="5474" actId="164"/>
          <ac:cxnSpMkLst>
            <pc:docMk/>
            <pc:sldMk cId="1850050824" sldId="276"/>
            <ac:cxnSpMk id="77" creationId="{D83EF0FD-B459-4290-B2E0-FBAD1B83FB5A}"/>
          </ac:cxnSpMkLst>
        </pc:cxnChg>
        <pc:cxnChg chg="mod">
          <ac:chgData name="" userId="76e769b00277fb27" providerId="LiveId" clId="{87FF5769-43E6-4012-AE57-0B23ED1B38C1}" dt="2023-03-06T05:08:21.313" v="5474" actId="164"/>
          <ac:cxnSpMkLst>
            <pc:docMk/>
            <pc:sldMk cId="1850050824" sldId="276"/>
            <ac:cxnSpMk id="81" creationId="{3151B6EB-CFAD-475A-8049-FC095D5CDD78}"/>
          </ac:cxnSpMkLst>
        </pc:cxnChg>
        <pc:cxnChg chg="mod">
          <ac:chgData name="" userId="76e769b00277fb27" providerId="LiveId" clId="{87FF5769-43E6-4012-AE57-0B23ED1B38C1}" dt="2023-03-06T05:08:21.313" v="5474" actId="164"/>
          <ac:cxnSpMkLst>
            <pc:docMk/>
            <pc:sldMk cId="1850050824" sldId="276"/>
            <ac:cxnSpMk id="110" creationId="{D63AE678-7CFB-4A79-8A96-7021EE2A2D57}"/>
          </ac:cxnSpMkLst>
        </pc:cxnChg>
        <pc:cxnChg chg="mod">
          <ac:chgData name="" userId="76e769b00277fb27" providerId="LiveId" clId="{87FF5769-43E6-4012-AE57-0B23ED1B38C1}" dt="2023-03-06T05:08:21.313" v="5474" actId="164"/>
          <ac:cxnSpMkLst>
            <pc:docMk/>
            <pc:sldMk cId="1850050824" sldId="276"/>
            <ac:cxnSpMk id="176" creationId="{7A921508-4A6F-488D-BDFA-0063E83676D9}"/>
          </ac:cxnSpMkLst>
        </pc:cxnChg>
        <pc:cxnChg chg="mod">
          <ac:chgData name="" userId="76e769b00277fb27" providerId="LiveId" clId="{87FF5769-43E6-4012-AE57-0B23ED1B38C1}" dt="2023-03-06T05:08:21.313" v="5474" actId="164"/>
          <ac:cxnSpMkLst>
            <pc:docMk/>
            <pc:sldMk cId="1850050824" sldId="276"/>
            <ac:cxnSpMk id="177" creationId="{F9E4E38A-5C02-49A8-AECC-1DD7D1C3B923}"/>
          </ac:cxnSpMkLst>
        </pc:cxnChg>
        <pc:cxnChg chg="mod">
          <ac:chgData name="" userId="76e769b00277fb27" providerId="LiveId" clId="{87FF5769-43E6-4012-AE57-0B23ED1B38C1}" dt="2023-03-06T05:08:21.313" v="5474" actId="164"/>
          <ac:cxnSpMkLst>
            <pc:docMk/>
            <pc:sldMk cId="1850050824" sldId="276"/>
            <ac:cxnSpMk id="178" creationId="{0BA3AD85-F5B0-4D26-8451-76FBA828F332}"/>
          </ac:cxnSpMkLst>
        </pc:cxnChg>
        <pc:cxnChg chg="mod">
          <ac:chgData name="" userId="76e769b00277fb27" providerId="LiveId" clId="{87FF5769-43E6-4012-AE57-0B23ED1B38C1}" dt="2023-03-06T05:08:21.313" v="5474" actId="164"/>
          <ac:cxnSpMkLst>
            <pc:docMk/>
            <pc:sldMk cId="1850050824" sldId="276"/>
            <ac:cxnSpMk id="179" creationId="{73B4C01D-EEA2-4AEA-9A41-F1F612919C01}"/>
          </ac:cxnSpMkLst>
        </pc:cxnChg>
        <pc:cxnChg chg="mod">
          <ac:chgData name="" userId="76e769b00277fb27" providerId="LiveId" clId="{87FF5769-43E6-4012-AE57-0B23ED1B38C1}" dt="2023-03-06T05:08:21.313" v="5474" actId="164"/>
          <ac:cxnSpMkLst>
            <pc:docMk/>
            <pc:sldMk cId="1850050824" sldId="276"/>
            <ac:cxnSpMk id="180" creationId="{56C2F135-AA2E-40B0-92E0-7369F45D9183}"/>
          </ac:cxnSpMkLst>
        </pc:cxnChg>
      </pc:sldChg>
      <pc:sldChg chg="add del">
        <pc:chgData name="" userId="76e769b00277fb27" providerId="LiveId" clId="{87FF5769-43E6-4012-AE57-0B23ED1B38C1}" dt="2023-03-06T04:57:16.625" v="5458"/>
        <pc:sldMkLst>
          <pc:docMk/>
          <pc:sldMk cId="3562680243" sldId="276"/>
        </pc:sldMkLst>
      </pc:sldChg>
      <pc:sldMasterChg chg="modSp modSldLayout">
        <pc:chgData name="" userId="76e769b00277fb27" providerId="LiveId" clId="{87FF5769-43E6-4012-AE57-0B23ED1B38C1}" dt="2023-03-06T05:09:53.089" v="5503"/>
        <pc:sldMasterMkLst>
          <pc:docMk/>
          <pc:sldMasterMk cId="530896547" sldId="2147483648"/>
        </pc:sldMasterMkLst>
        <pc:spChg chg="mod">
          <ac:chgData name="" userId="76e769b00277fb27" providerId="LiveId" clId="{87FF5769-43E6-4012-AE57-0B23ED1B38C1}" dt="2023-03-06T05:09:53.089" v="5503"/>
          <ac:spMkLst>
            <pc:docMk/>
            <pc:sldMasterMk cId="530896547" sldId="2147483648"/>
            <ac:spMk id="2" creationId="{32E37129-341E-49DD-B704-C767425AD531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asterMk cId="530896547" sldId="2147483648"/>
            <ac:spMk id="3" creationId="{DFF05AF8-16A9-4F3D-90EF-7F2D28F2821C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asterMk cId="530896547" sldId="2147483648"/>
            <ac:spMk id="4" creationId="{CFA1381C-6250-409A-ADBD-520B568447F1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asterMk cId="530896547" sldId="2147483648"/>
            <ac:spMk id="5" creationId="{CD4E1D79-A040-450E-9B2C-B9F0F780CDBD}"/>
          </ac:spMkLst>
        </pc:spChg>
        <pc:spChg chg="mod">
          <ac:chgData name="" userId="76e769b00277fb27" providerId="LiveId" clId="{87FF5769-43E6-4012-AE57-0B23ED1B38C1}" dt="2023-03-06T05:09:53.089" v="5503"/>
          <ac:spMkLst>
            <pc:docMk/>
            <pc:sldMasterMk cId="530896547" sldId="2147483648"/>
            <ac:spMk id="6" creationId="{E3B0D98B-2EA6-4DCE-9D81-B29354AD1BBE}"/>
          </ac:spMkLst>
        </pc:spChg>
        <pc:sldLayoutChg chg="modSp">
          <pc:chgData name="" userId="76e769b00277fb27" providerId="LiveId" clId="{87FF5769-43E6-4012-AE57-0B23ED1B38C1}" dt="2023-03-06T05:09:53.089" v="5503"/>
          <pc:sldLayoutMkLst>
            <pc:docMk/>
            <pc:sldMasterMk cId="530896547" sldId="2147483648"/>
            <pc:sldLayoutMk cId="450912478" sldId="2147483649"/>
          </pc:sldLayoutMkLst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450912478" sldId="2147483649"/>
              <ac:spMk id="2" creationId="{BDAA4154-D0C0-4395-A781-AE50477C2FC4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450912478" sldId="2147483649"/>
              <ac:spMk id="3" creationId="{CBE72923-7EFE-411F-BD95-3F2B702E16CF}"/>
            </ac:spMkLst>
          </pc:spChg>
        </pc:sldLayoutChg>
        <pc:sldLayoutChg chg="modSp">
          <pc:chgData name="" userId="76e769b00277fb27" providerId="LiveId" clId="{87FF5769-43E6-4012-AE57-0B23ED1B38C1}" dt="2023-03-06T05:09:53.089" v="5503"/>
          <pc:sldLayoutMkLst>
            <pc:docMk/>
            <pc:sldMasterMk cId="530896547" sldId="2147483648"/>
            <pc:sldLayoutMk cId="3131667373" sldId="2147483651"/>
          </pc:sldLayoutMkLst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3131667373" sldId="2147483651"/>
              <ac:spMk id="2" creationId="{AAC76BE6-D7AD-4938-BB35-050E0DD92DE0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3131667373" sldId="2147483651"/>
              <ac:spMk id="3" creationId="{4A7EEE8C-4AD8-41F0-94D7-285FA8DB146C}"/>
            </ac:spMkLst>
          </pc:spChg>
        </pc:sldLayoutChg>
        <pc:sldLayoutChg chg="modSp">
          <pc:chgData name="" userId="76e769b00277fb27" providerId="LiveId" clId="{87FF5769-43E6-4012-AE57-0B23ED1B38C1}" dt="2023-03-06T05:09:53.089" v="5503"/>
          <pc:sldLayoutMkLst>
            <pc:docMk/>
            <pc:sldMasterMk cId="530896547" sldId="2147483648"/>
            <pc:sldLayoutMk cId="2100223158" sldId="2147483652"/>
          </pc:sldLayoutMkLst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2100223158" sldId="2147483652"/>
              <ac:spMk id="3" creationId="{626D2B1B-A1D7-4FD4-815B-F4796EE61EF7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2100223158" sldId="2147483652"/>
              <ac:spMk id="4" creationId="{879939E1-3BFA-49EF-90AA-533315F8FFF1}"/>
            </ac:spMkLst>
          </pc:spChg>
        </pc:sldLayoutChg>
        <pc:sldLayoutChg chg="modSp">
          <pc:chgData name="" userId="76e769b00277fb27" providerId="LiveId" clId="{87FF5769-43E6-4012-AE57-0B23ED1B38C1}" dt="2023-03-06T05:09:53.089" v="5503"/>
          <pc:sldLayoutMkLst>
            <pc:docMk/>
            <pc:sldMasterMk cId="530896547" sldId="2147483648"/>
            <pc:sldLayoutMk cId="2172495197" sldId="2147483653"/>
          </pc:sldLayoutMkLst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2172495197" sldId="2147483653"/>
              <ac:spMk id="2" creationId="{F0634B92-6BDA-4B3B-8341-33E8C097DCA4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2172495197" sldId="2147483653"/>
              <ac:spMk id="3" creationId="{EAB27540-0793-4C68-BBE0-CECB78B02580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2172495197" sldId="2147483653"/>
              <ac:spMk id="4" creationId="{BAC464B1-4F94-432A-B480-08F2154C05AD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2172495197" sldId="2147483653"/>
              <ac:spMk id="5" creationId="{C0A3763F-5F32-4EAD-B51E-182894A241F4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2172495197" sldId="2147483653"/>
              <ac:spMk id="6" creationId="{ACF6779E-28AC-4116-ADA8-D44452303C21}"/>
            </ac:spMkLst>
          </pc:spChg>
        </pc:sldLayoutChg>
        <pc:sldLayoutChg chg="modSp">
          <pc:chgData name="" userId="76e769b00277fb27" providerId="LiveId" clId="{87FF5769-43E6-4012-AE57-0B23ED1B38C1}" dt="2023-03-06T05:09:53.089" v="5503"/>
          <pc:sldLayoutMkLst>
            <pc:docMk/>
            <pc:sldMasterMk cId="530896547" sldId="2147483648"/>
            <pc:sldLayoutMk cId="3167233078" sldId="2147483656"/>
          </pc:sldLayoutMkLst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3167233078" sldId="2147483656"/>
              <ac:spMk id="2" creationId="{2636053D-8D77-4107-B67F-6C92CBBFCDD9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3167233078" sldId="2147483656"/>
              <ac:spMk id="3" creationId="{1776B492-B400-413D-B15E-489D236F368D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3167233078" sldId="2147483656"/>
              <ac:spMk id="4" creationId="{5AC78939-8ACA-4119-BCEA-632A17AE97FB}"/>
            </ac:spMkLst>
          </pc:spChg>
        </pc:sldLayoutChg>
        <pc:sldLayoutChg chg="modSp">
          <pc:chgData name="" userId="76e769b00277fb27" providerId="LiveId" clId="{87FF5769-43E6-4012-AE57-0B23ED1B38C1}" dt="2023-03-06T05:09:53.089" v="5503"/>
          <pc:sldLayoutMkLst>
            <pc:docMk/>
            <pc:sldMasterMk cId="530896547" sldId="2147483648"/>
            <pc:sldLayoutMk cId="1220114125" sldId="2147483657"/>
          </pc:sldLayoutMkLst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1220114125" sldId="2147483657"/>
              <ac:spMk id="2" creationId="{6FD589E2-1963-42FE-8CB3-21558D07A9E8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1220114125" sldId="2147483657"/>
              <ac:spMk id="3" creationId="{11E824E6-AC0D-40C6-B18E-F9A5360D5343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1220114125" sldId="2147483657"/>
              <ac:spMk id="4" creationId="{0EF520B6-1A24-4493-88BF-88D570A2B3FC}"/>
            </ac:spMkLst>
          </pc:spChg>
        </pc:sldLayoutChg>
        <pc:sldLayoutChg chg="modSp">
          <pc:chgData name="" userId="76e769b00277fb27" providerId="LiveId" clId="{87FF5769-43E6-4012-AE57-0B23ED1B38C1}" dt="2023-03-06T05:09:53.089" v="5503"/>
          <pc:sldLayoutMkLst>
            <pc:docMk/>
            <pc:sldMasterMk cId="530896547" sldId="2147483648"/>
            <pc:sldLayoutMk cId="23316784" sldId="2147483659"/>
          </pc:sldLayoutMkLst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23316784" sldId="2147483659"/>
              <ac:spMk id="2" creationId="{17F95F2C-6C8D-4C48-9E23-FBD78711A32E}"/>
            </ac:spMkLst>
          </pc:spChg>
          <pc:spChg chg="mod">
            <ac:chgData name="" userId="76e769b00277fb27" providerId="LiveId" clId="{87FF5769-43E6-4012-AE57-0B23ED1B38C1}" dt="2023-03-06T05:09:53.089" v="5503"/>
            <ac:spMkLst>
              <pc:docMk/>
              <pc:sldMasterMk cId="530896547" sldId="2147483648"/>
              <pc:sldLayoutMk cId="23316784" sldId="2147483659"/>
              <ac:spMk id="3" creationId="{79E10BB1-87E9-41BE-849E-22BC3AC3E967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neDrive\Research\MyPOI\&#31361;&#21457;&#24335;&#31614;&#21040;&#29305;&#24449;&#20998;&#2651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neDrive\Research\MyPOI\&#31361;&#21457;&#24335;&#31614;&#21040;&#29305;&#24449;&#20998;&#2651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neDrive\Research\MyPOI\&#31361;&#21457;&#24335;&#31614;&#21040;&#29305;&#24449;&#20998;&#2651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neDrive\Research\MyPOI\&#31361;&#21457;&#24335;&#31614;&#21040;&#29305;&#24449;&#20998;&#2651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neDrive\Research\MyPOI\&#31361;&#21457;&#24335;&#31614;&#21040;&#29305;&#24449;&#20998;&#2651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neDrive\Research\MyPOI\&#31361;&#21457;&#24335;&#31614;&#21040;&#29305;&#24449;&#20998;&#26512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Unanticipated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1"/>
          <c:order val="1"/>
          <c:tx>
            <c:strRef>
              <c:f>NYC_single!$O$1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8B-437B-9D7C-5A410AB5074B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8B-437B-9D7C-5A410AB5074B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8B-437B-9D7C-5A410AB5074B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78B-437B-9D7C-5A410AB5074B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78B-437B-9D7C-5A410AB5074B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78B-437B-9D7C-5A410AB5074B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78B-437B-9D7C-5A410AB5074B}"/>
              </c:ext>
            </c:extLst>
          </c:dPt>
          <c:dPt>
            <c:idx val="7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78B-437B-9D7C-5A410AB5074B}"/>
              </c:ext>
            </c:extLst>
          </c:dPt>
          <c:dPt>
            <c:idx val="8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178B-437B-9D7C-5A410AB5074B}"/>
              </c:ext>
            </c:extLst>
          </c:dPt>
          <c:dPt>
            <c:idx val="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178B-437B-9D7C-5A410AB5074B}"/>
              </c:ext>
            </c:extLst>
          </c:dPt>
          <c:cat>
            <c:numRef>
              <c:f>NYC_single!$N$2:$N$11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NYC_single!$O$2:$O$11</c:f>
              <c:numCache>
                <c:formatCode>General</c:formatCode>
                <c:ptCount val="10"/>
                <c:pt idx="0">
                  <c:v>2178</c:v>
                </c:pt>
                <c:pt idx="1">
                  <c:v>2352</c:v>
                </c:pt>
                <c:pt idx="2">
                  <c:v>2379</c:v>
                </c:pt>
                <c:pt idx="3">
                  <c:v>9614</c:v>
                </c:pt>
                <c:pt idx="4">
                  <c:v>818</c:v>
                </c:pt>
                <c:pt idx="5">
                  <c:v>2263</c:v>
                </c:pt>
                <c:pt idx="6">
                  <c:v>4324</c:v>
                </c:pt>
                <c:pt idx="7">
                  <c:v>2993</c:v>
                </c:pt>
                <c:pt idx="8">
                  <c:v>12853</c:v>
                </c:pt>
                <c:pt idx="9">
                  <c:v>13948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78B-437B-9D7C-5A410AB50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NYC_single!$N$1</c15:sqref>
                        </c15:formulaRef>
                      </c:ext>
                    </c:extLst>
                    <c:strCache>
                      <c:ptCount val="1"/>
                      <c:pt idx="0">
                        <c:v>Category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6-178B-437B-9D7C-5A410AB5074B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4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8-178B-437B-9D7C-5A410AB5074B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6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A-178B-437B-9D7C-5A410AB5074B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2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C-178B-437B-9D7C-5A410AB5074B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4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E-178B-437B-9D7C-5A410AB5074B}"/>
                    </c:ext>
                  </c:extLst>
                </c:dPt>
                <c:dPt>
                  <c:idx val="5"/>
                  <c:bubble3D val="0"/>
                  <c:spPr>
                    <a:solidFill>
                      <a:schemeClr val="accent6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0-178B-437B-9D7C-5A410AB5074B}"/>
                    </c:ext>
                  </c:extLst>
                </c:dPt>
                <c:dPt>
                  <c:idx val="6"/>
                  <c:bubble3D val="0"/>
                  <c:spPr>
                    <a:solidFill>
                      <a:schemeClr val="accent2">
                        <a:lumMod val="80000"/>
                        <a:lumOff val="2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2-178B-437B-9D7C-5A410AB5074B}"/>
                    </c:ext>
                  </c:extLst>
                </c:dPt>
                <c:dPt>
                  <c:idx val="7"/>
                  <c:bubble3D val="0"/>
                  <c:spPr>
                    <a:solidFill>
                      <a:schemeClr val="accent4">
                        <a:lumMod val="80000"/>
                        <a:lumOff val="2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4-178B-437B-9D7C-5A410AB5074B}"/>
                    </c:ext>
                  </c:extLst>
                </c:dPt>
                <c:dPt>
                  <c:idx val="8"/>
                  <c:bubble3D val="0"/>
                  <c:spPr>
                    <a:solidFill>
                      <a:schemeClr val="accent6">
                        <a:lumMod val="80000"/>
                        <a:lumOff val="2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6-178B-437B-9D7C-5A410AB5074B}"/>
                    </c:ext>
                  </c:extLst>
                </c:dPt>
                <c:dPt>
                  <c:idx val="9"/>
                  <c:bubble3D val="0"/>
                  <c:spPr>
                    <a:solidFill>
                      <a:schemeClr val="accent2">
                        <a:lumMod val="8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8-178B-437B-9D7C-5A410AB5074B}"/>
                    </c:ext>
                  </c:extLst>
                </c:dPt>
                <c:cat>
                  <c:numRef>
                    <c:extLst>
                      <c:ext uri="{02D57815-91ED-43cb-92C2-25804820EDAC}">
                        <c15:formulaRef>
                          <c15:sqref>NYC_single!$N$2:$N$11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NYC_single!$N$2:$N$11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29-178B-437B-9D7C-5A410AB5074B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b" anchorCtr="0"/>
          <a:lstStyle/>
          <a:p>
            <a:pPr>
              <a:defRPr lang="zh-CN" altLang="en-US" sz="1436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</a:p>
        </c:rich>
      </c:tx>
      <c:layout>
        <c:manualLayout>
          <c:xMode val="edge"/>
          <c:yMode val="edge"/>
          <c:x val="0.16974308786721973"/>
          <c:y val="3.30729166666666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b" anchorCtr="0"/>
        <a:lstStyle/>
        <a:p>
          <a:pPr>
            <a:defRPr lang="zh-CN" altLang="en-US" sz="1436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4.6268144449733026E-2"/>
          <c:y val="0.22434461805555556"/>
          <c:w val="0.33338554466537795"/>
          <c:h val="0.71502170138888888"/>
        </c:manualLayout>
      </c:layout>
      <c:pieChart>
        <c:varyColors val="1"/>
        <c:ser>
          <c:idx val="1"/>
          <c:order val="1"/>
          <c:tx>
            <c:strRef>
              <c:f>NYC_single!$AM$1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253-4C73-9C82-D21073F77101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253-4C73-9C82-D21073F77101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253-4C73-9C82-D21073F77101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253-4C73-9C82-D21073F77101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253-4C73-9C82-D21073F77101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253-4C73-9C82-D21073F77101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E253-4C73-9C82-D21073F77101}"/>
              </c:ext>
            </c:extLst>
          </c:dPt>
          <c:dPt>
            <c:idx val="7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253-4C73-9C82-D21073F77101}"/>
              </c:ext>
            </c:extLst>
          </c:dPt>
          <c:dPt>
            <c:idx val="8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E253-4C73-9C82-D21073F77101}"/>
              </c:ext>
            </c:extLst>
          </c:dPt>
          <c:dPt>
            <c:idx val="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E253-4C73-9C82-D21073F77101}"/>
              </c:ext>
            </c:extLst>
          </c:dPt>
          <c:cat>
            <c:strRef>
              <c:f>NYC_single!$AL$2:$AL$11</c:f>
              <c:strCache>
                <c:ptCount val="10"/>
                <c:pt idx="0">
                  <c:v>Arts &amp; Entertainment</c:v>
                </c:pt>
                <c:pt idx="1">
                  <c:v>College &amp; University</c:v>
                </c:pt>
                <c:pt idx="2">
                  <c:v>Drink</c:v>
                </c:pt>
                <c:pt idx="3">
                  <c:v>Food</c:v>
                </c:pt>
                <c:pt idx="4">
                  <c:v>Nightlife Spot</c:v>
                </c:pt>
                <c:pt idx="5">
                  <c:v>Outdoors &amp; Recreation</c:v>
                </c:pt>
                <c:pt idx="6">
                  <c:v>Professional &amp; Other Places</c:v>
                </c:pt>
                <c:pt idx="7">
                  <c:v>Residence</c:v>
                </c:pt>
                <c:pt idx="8">
                  <c:v>Shop &amp; Service</c:v>
                </c:pt>
                <c:pt idx="9">
                  <c:v>Travel &amp; Transport</c:v>
                </c:pt>
              </c:strCache>
            </c:strRef>
          </c:cat>
          <c:val>
            <c:numRef>
              <c:f>NYC_single!$AM$2:$AM$11</c:f>
              <c:numCache>
                <c:formatCode>General</c:formatCode>
                <c:ptCount val="10"/>
                <c:pt idx="0">
                  <c:v>4494</c:v>
                </c:pt>
                <c:pt idx="1">
                  <c:v>8318</c:v>
                </c:pt>
                <c:pt idx="2">
                  <c:v>4391</c:v>
                </c:pt>
                <c:pt idx="3">
                  <c:v>19133</c:v>
                </c:pt>
                <c:pt idx="4">
                  <c:v>2662</c:v>
                </c:pt>
                <c:pt idx="5">
                  <c:v>6769</c:v>
                </c:pt>
                <c:pt idx="6">
                  <c:v>17853</c:v>
                </c:pt>
                <c:pt idx="7">
                  <c:v>31353</c:v>
                </c:pt>
                <c:pt idx="8">
                  <c:v>27699</c:v>
                </c:pt>
                <c:pt idx="9">
                  <c:v>47838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253-4C73-9C82-D21073F77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NYC_single!$AL$1</c15:sqref>
                        </c15:formulaRef>
                      </c:ext>
                    </c:extLst>
                    <c:strCache>
                      <c:ptCount val="1"/>
                      <c:pt idx="0">
                        <c:v>Category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6-E253-4C73-9C82-D21073F77101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4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8-E253-4C73-9C82-D21073F77101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6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A-E253-4C73-9C82-D21073F77101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2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C-E253-4C73-9C82-D21073F77101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4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E-E253-4C73-9C82-D21073F77101}"/>
                    </c:ext>
                  </c:extLst>
                </c:dPt>
                <c:dPt>
                  <c:idx val="5"/>
                  <c:bubble3D val="0"/>
                  <c:spPr>
                    <a:solidFill>
                      <a:schemeClr val="accent6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0-E253-4C73-9C82-D21073F77101}"/>
                    </c:ext>
                  </c:extLst>
                </c:dPt>
                <c:dPt>
                  <c:idx val="6"/>
                  <c:bubble3D val="0"/>
                  <c:spPr>
                    <a:solidFill>
                      <a:schemeClr val="accent2">
                        <a:lumMod val="80000"/>
                        <a:lumOff val="2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2-E253-4C73-9C82-D21073F77101}"/>
                    </c:ext>
                  </c:extLst>
                </c:dPt>
                <c:dPt>
                  <c:idx val="7"/>
                  <c:bubble3D val="0"/>
                  <c:spPr>
                    <a:solidFill>
                      <a:schemeClr val="accent4">
                        <a:lumMod val="80000"/>
                        <a:lumOff val="2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4-E253-4C73-9C82-D21073F77101}"/>
                    </c:ext>
                  </c:extLst>
                </c:dPt>
                <c:dPt>
                  <c:idx val="8"/>
                  <c:bubble3D val="0"/>
                  <c:spPr>
                    <a:solidFill>
                      <a:schemeClr val="accent6">
                        <a:lumMod val="80000"/>
                        <a:lumOff val="2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6-E253-4C73-9C82-D21073F77101}"/>
                    </c:ext>
                  </c:extLst>
                </c:dPt>
                <c:dPt>
                  <c:idx val="9"/>
                  <c:bubble3D val="0"/>
                  <c:spPr>
                    <a:solidFill>
                      <a:schemeClr val="accent2">
                        <a:lumMod val="8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8-E253-4C73-9C82-D21073F77101}"/>
                    </c:ext>
                  </c:extLst>
                </c:dPt>
                <c:cat>
                  <c:strRef>
                    <c:extLst>
                      <c:ext uri="{02D57815-91ED-43cb-92C2-25804820EDAC}">
                        <c15:formulaRef>
                          <c15:sqref>NYC_single!$AL$2:$AL$11</c15:sqref>
                        </c15:formulaRef>
                      </c:ext>
                    </c:extLst>
                    <c:strCache>
                      <c:ptCount val="10"/>
                      <c:pt idx="0">
                        <c:v>Arts &amp; Entertainment</c:v>
                      </c:pt>
                      <c:pt idx="1">
                        <c:v>College &amp; University</c:v>
                      </c:pt>
                      <c:pt idx="2">
                        <c:v>Drink</c:v>
                      </c:pt>
                      <c:pt idx="3">
                        <c:v>Food</c:v>
                      </c:pt>
                      <c:pt idx="4">
                        <c:v>Nightlife Spot</c:v>
                      </c:pt>
                      <c:pt idx="5">
                        <c:v>Outdoors &amp; Recreation</c:v>
                      </c:pt>
                      <c:pt idx="6">
                        <c:v>Professional &amp; Other Places</c:v>
                      </c:pt>
                      <c:pt idx="7">
                        <c:v>Residence</c:v>
                      </c:pt>
                      <c:pt idx="8">
                        <c:v>Shop &amp; Service</c:v>
                      </c:pt>
                      <c:pt idx="9">
                        <c:v>Travel &amp; Transport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NYC_single!$AL$2:$AL$11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29-E253-4C73-9C82-D21073F77101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2172185687781094"/>
          <c:y val="5.6098524305555557E-2"/>
          <c:w val="0.44760352144669635"/>
          <c:h val="0.919222222222222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197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zh-CN" altLang="en-US" sz="1197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Unanticipated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1"/>
          <c:order val="1"/>
          <c:tx>
            <c:strRef>
              <c:f>NYC_single!$O$1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bubble3D val="0"/>
            <c:spPr>
              <a:solidFill>
                <a:srgbClr val="9CA02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A29-4C97-888E-AA6C40381E67}"/>
              </c:ext>
            </c:extLst>
          </c:dPt>
          <c:dPt>
            <c:idx val="1"/>
            <c:bubble3D val="0"/>
            <c:spPr>
              <a:solidFill>
                <a:srgbClr val="882B2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A29-4C97-888E-AA6C40381E67}"/>
              </c:ext>
            </c:extLst>
          </c:dPt>
          <c:dPt>
            <c:idx val="2"/>
            <c:bubble3D val="0"/>
            <c:spPr>
              <a:solidFill>
                <a:srgbClr val="F39B4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A29-4C97-888E-AA6C40381E67}"/>
              </c:ext>
            </c:extLst>
          </c:dPt>
          <c:dPt>
            <c:idx val="3"/>
            <c:bubble3D val="0"/>
            <c:spPr>
              <a:solidFill>
                <a:srgbClr val="CFE1B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A29-4C97-888E-AA6C40381E67}"/>
              </c:ext>
            </c:extLst>
          </c:dPt>
          <c:dPt>
            <c:idx val="4"/>
            <c:bubble3D val="0"/>
            <c:spPr>
              <a:solidFill>
                <a:srgbClr val="2F26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A29-4C97-888E-AA6C40381E67}"/>
              </c:ext>
            </c:extLst>
          </c:dPt>
          <c:dPt>
            <c:idx val="5"/>
            <c:bubble3D val="0"/>
            <c:spPr>
              <a:solidFill>
                <a:srgbClr val="CA684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A29-4C97-888E-AA6C40381E67}"/>
              </c:ext>
            </c:extLst>
          </c:dPt>
          <c:dPt>
            <c:idx val="6"/>
            <c:bubble3D val="0"/>
            <c:spPr>
              <a:solidFill>
                <a:srgbClr val="7A824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A29-4C97-888E-AA6C40381E67}"/>
              </c:ext>
            </c:extLst>
          </c:dPt>
          <c:dPt>
            <c:idx val="7"/>
            <c:bubble3D val="0"/>
            <c:spPr>
              <a:solidFill>
                <a:srgbClr val="438F8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A29-4C97-888E-AA6C40381E67}"/>
              </c:ext>
            </c:extLst>
          </c:dPt>
          <c:dPt>
            <c:idx val="8"/>
            <c:bubble3D val="0"/>
            <c:spPr>
              <a:solidFill>
                <a:srgbClr val="7CAD9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4A29-4C97-888E-AA6C40381E67}"/>
              </c:ext>
            </c:extLst>
          </c:dPt>
          <c:dPt>
            <c:idx val="9"/>
            <c:bubble3D val="0"/>
            <c:spPr>
              <a:solidFill>
                <a:srgbClr val="FD9F4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4A29-4C97-888E-AA6C40381E67}"/>
              </c:ext>
            </c:extLst>
          </c:dPt>
          <c:cat>
            <c:numRef>
              <c:f>NYC_single!$N$2:$N$11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NYC_single!$O$2:$O$11</c:f>
              <c:numCache>
                <c:formatCode>General</c:formatCode>
                <c:ptCount val="10"/>
                <c:pt idx="0">
                  <c:v>2178</c:v>
                </c:pt>
                <c:pt idx="1">
                  <c:v>2352</c:v>
                </c:pt>
                <c:pt idx="2">
                  <c:v>2379</c:v>
                </c:pt>
                <c:pt idx="3">
                  <c:v>9614</c:v>
                </c:pt>
                <c:pt idx="4">
                  <c:v>818</c:v>
                </c:pt>
                <c:pt idx="5">
                  <c:v>2263</c:v>
                </c:pt>
                <c:pt idx="6">
                  <c:v>4324</c:v>
                </c:pt>
                <c:pt idx="7">
                  <c:v>2993</c:v>
                </c:pt>
                <c:pt idx="8">
                  <c:v>12853</c:v>
                </c:pt>
                <c:pt idx="9">
                  <c:v>13948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A29-4C97-888E-AA6C40381E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NYC_single!$N$1</c15:sqref>
                        </c15:formulaRef>
                      </c:ext>
                    </c:extLst>
                    <c:strCache>
                      <c:ptCount val="1"/>
                      <c:pt idx="0">
                        <c:v>Category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6-4A29-4C97-888E-AA6C40381E67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4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8-4A29-4C97-888E-AA6C40381E67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6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A-4A29-4C97-888E-AA6C40381E67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2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C-4A29-4C97-888E-AA6C40381E67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4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E-4A29-4C97-888E-AA6C40381E67}"/>
                    </c:ext>
                  </c:extLst>
                </c:dPt>
                <c:dPt>
                  <c:idx val="5"/>
                  <c:bubble3D val="0"/>
                  <c:spPr>
                    <a:solidFill>
                      <a:schemeClr val="accent6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0-4A29-4C97-888E-AA6C40381E67}"/>
                    </c:ext>
                  </c:extLst>
                </c:dPt>
                <c:dPt>
                  <c:idx val="6"/>
                  <c:bubble3D val="0"/>
                  <c:spPr>
                    <a:solidFill>
                      <a:schemeClr val="accent2">
                        <a:lumMod val="80000"/>
                        <a:lumOff val="2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2-4A29-4C97-888E-AA6C40381E67}"/>
                    </c:ext>
                  </c:extLst>
                </c:dPt>
                <c:dPt>
                  <c:idx val="7"/>
                  <c:bubble3D val="0"/>
                  <c:spPr>
                    <a:solidFill>
                      <a:schemeClr val="accent4">
                        <a:lumMod val="80000"/>
                        <a:lumOff val="2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4-4A29-4C97-888E-AA6C40381E67}"/>
                    </c:ext>
                  </c:extLst>
                </c:dPt>
                <c:dPt>
                  <c:idx val="8"/>
                  <c:bubble3D val="0"/>
                  <c:spPr>
                    <a:solidFill>
                      <a:schemeClr val="accent6">
                        <a:lumMod val="80000"/>
                        <a:lumOff val="2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6-4A29-4C97-888E-AA6C40381E67}"/>
                    </c:ext>
                  </c:extLst>
                </c:dPt>
                <c:dPt>
                  <c:idx val="9"/>
                  <c:bubble3D val="0"/>
                  <c:spPr>
                    <a:solidFill>
                      <a:schemeClr val="accent2">
                        <a:lumMod val="8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28-4A29-4C97-888E-AA6C40381E67}"/>
                    </c:ext>
                  </c:extLst>
                </c:dPt>
                <c:cat>
                  <c:numRef>
                    <c:extLst>
                      <c:ext uri="{02D57815-91ED-43cb-92C2-25804820EDAC}">
                        <c15:formulaRef>
                          <c15:sqref>NYC_single!$N$2:$N$11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NYC_single!$N$2:$N$11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29-4A29-4C97-888E-AA6C40381E67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8823136683661086"/>
          <c:y val="3.30729166666666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NYC_single!$V$1</c:f>
              <c:strCache>
                <c:ptCount val="1"/>
                <c:pt idx="0">
                  <c:v>All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C8-4F64-88C5-D0B4D9002A8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C8-4F64-88C5-D0B4D9002A8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C8-4F64-88C5-D0B4D9002A8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4C8-4F64-88C5-D0B4D9002A8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4C8-4F64-88C5-D0B4D9002A8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4C8-4F64-88C5-D0B4D9002A83}"/>
              </c:ext>
            </c:extLst>
          </c:dPt>
          <c:cat>
            <c:strRef>
              <c:f>NYC_single!$U$2:$U$7</c:f>
              <c:strCache>
                <c:ptCount val="6"/>
                <c:pt idx="0">
                  <c:v>0~3</c:v>
                </c:pt>
                <c:pt idx="1">
                  <c:v>4~7</c:v>
                </c:pt>
                <c:pt idx="2">
                  <c:v>8~11</c:v>
                </c:pt>
                <c:pt idx="3">
                  <c:v>12~15</c:v>
                </c:pt>
                <c:pt idx="4">
                  <c:v>16~19</c:v>
                </c:pt>
                <c:pt idx="5">
                  <c:v>20~23</c:v>
                </c:pt>
              </c:strCache>
            </c:strRef>
          </c:cat>
          <c:val>
            <c:numRef>
              <c:f>NYC_single!$V$2:$V$7</c:f>
              <c:numCache>
                <c:formatCode>General</c:formatCode>
                <c:ptCount val="6"/>
                <c:pt idx="0">
                  <c:v>7447</c:v>
                </c:pt>
                <c:pt idx="1">
                  <c:v>15226</c:v>
                </c:pt>
                <c:pt idx="2">
                  <c:v>25968</c:v>
                </c:pt>
                <c:pt idx="3">
                  <c:v>39131</c:v>
                </c:pt>
                <c:pt idx="4">
                  <c:v>52626</c:v>
                </c:pt>
                <c:pt idx="5">
                  <c:v>30112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4C8-4F64-88C5-D0B4D9002A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26527474306061"/>
          <c:y val="0.18584288194444443"/>
          <c:w val="0.12448976288743223"/>
          <c:h val="0.633580729166666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Unanticipated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NYC_single!$T$1</c:f>
              <c:strCache>
                <c:ptCount val="1"/>
                <c:pt idx="0">
                  <c:v>Single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5F3-4C9D-8DAC-F67EEBE6738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5F3-4C9D-8DAC-F67EEBE6738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5F3-4C9D-8DAC-F67EEBE6738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5F3-4C9D-8DAC-F67EEBE6738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5F3-4C9D-8DAC-F67EEBE6738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5F3-4C9D-8DAC-F67EEBE67380}"/>
              </c:ext>
            </c:extLst>
          </c:dPt>
          <c:cat>
            <c:strRef>
              <c:f>NYC_single!$S$2:$S$7</c:f>
              <c:strCache>
                <c:ptCount val="6"/>
                <c:pt idx="0">
                  <c:v>0~3</c:v>
                </c:pt>
                <c:pt idx="1">
                  <c:v>4~7</c:v>
                </c:pt>
                <c:pt idx="2">
                  <c:v>8~11</c:v>
                </c:pt>
                <c:pt idx="3">
                  <c:v>12~15</c:v>
                </c:pt>
                <c:pt idx="4">
                  <c:v>16~19</c:v>
                </c:pt>
                <c:pt idx="5">
                  <c:v>20~23</c:v>
                </c:pt>
              </c:strCache>
            </c:strRef>
          </c:cat>
          <c:val>
            <c:numRef>
              <c:f>NYC_single!$T$2:$T$7</c:f>
              <c:numCache>
                <c:formatCode>General</c:formatCode>
                <c:ptCount val="6"/>
                <c:pt idx="0">
                  <c:v>1489</c:v>
                </c:pt>
                <c:pt idx="1">
                  <c:v>2289</c:v>
                </c:pt>
                <c:pt idx="2">
                  <c:v>6713</c:v>
                </c:pt>
                <c:pt idx="3">
                  <c:v>14571</c:v>
                </c:pt>
                <c:pt idx="4">
                  <c:v>19220</c:v>
                </c:pt>
                <c:pt idx="5">
                  <c:v>9440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F3-4C9D-8DAC-F67EEBE673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Unanticipated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NYC_single!$T$1</c:f>
              <c:strCache>
                <c:ptCount val="1"/>
                <c:pt idx="0">
                  <c:v>Single</c:v>
                </c:pt>
              </c:strCache>
            </c:strRef>
          </c:tx>
          <c:dPt>
            <c:idx val="0"/>
            <c:bubble3D val="0"/>
            <c:spPr>
              <a:solidFill>
                <a:srgbClr val="EF476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43-4944-BC4D-B8F761793F56}"/>
              </c:ext>
            </c:extLst>
          </c:dPt>
          <c:dPt>
            <c:idx val="1"/>
            <c:bubble3D val="0"/>
            <c:spPr>
              <a:solidFill>
                <a:srgbClr val="F78C6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43-4944-BC4D-B8F761793F56}"/>
              </c:ext>
            </c:extLst>
          </c:dPt>
          <c:dPt>
            <c:idx val="2"/>
            <c:bubble3D val="0"/>
            <c:spPr>
              <a:solidFill>
                <a:srgbClr val="FFD1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D43-4944-BC4D-B8F761793F56}"/>
              </c:ext>
            </c:extLst>
          </c:dPt>
          <c:dPt>
            <c:idx val="3"/>
            <c:bubble3D val="0"/>
            <c:spPr>
              <a:solidFill>
                <a:srgbClr val="06D6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D43-4944-BC4D-B8F761793F56}"/>
              </c:ext>
            </c:extLst>
          </c:dPt>
          <c:dPt>
            <c:idx val="4"/>
            <c:bubble3D val="0"/>
            <c:spPr>
              <a:solidFill>
                <a:srgbClr val="118AB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D43-4944-BC4D-B8F761793F56}"/>
              </c:ext>
            </c:extLst>
          </c:dPt>
          <c:dPt>
            <c:idx val="5"/>
            <c:bubble3D val="0"/>
            <c:spPr>
              <a:solidFill>
                <a:srgbClr val="073B4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D43-4944-BC4D-B8F761793F56}"/>
              </c:ext>
            </c:extLst>
          </c:dPt>
          <c:cat>
            <c:strRef>
              <c:f>NYC_single!$S$2:$S$7</c:f>
              <c:strCache>
                <c:ptCount val="6"/>
                <c:pt idx="0">
                  <c:v>0~3</c:v>
                </c:pt>
                <c:pt idx="1">
                  <c:v>4~7</c:v>
                </c:pt>
                <c:pt idx="2">
                  <c:v>8~11</c:v>
                </c:pt>
                <c:pt idx="3">
                  <c:v>12~15</c:v>
                </c:pt>
                <c:pt idx="4">
                  <c:v>16~19</c:v>
                </c:pt>
                <c:pt idx="5">
                  <c:v>20~23</c:v>
                </c:pt>
              </c:strCache>
            </c:strRef>
          </c:cat>
          <c:val>
            <c:numRef>
              <c:f>NYC_single!$T$2:$T$7</c:f>
              <c:numCache>
                <c:formatCode>General</c:formatCode>
                <c:ptCount val="6"/>
                <c:pt idx="0">
                  <c:v>1489</c:v>
                </c:pt>
                <c:pt idx="1">
                  <c:v>2289</c:v>
                </c:pt>
                <c:pt idx="2">
                  <c:v>6713</c:v>
                </c:pt>
                <c:pt idx="3">
                  <c:v>14571</c:v>
                </c:pt>
                <c:pt idx="4">
                  <c:v>19220</c:v>
                </c:pt>
                <c:pt idx="5">
                  <c:v>9440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D43-4944-BC4D-B8F761793F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B2972-7059-4F43-81BF-4E8A0D26BFE3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98EC3-6133-4EC8-80E8-D330A47BD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612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98EC3-6133-4EC8-80E8-D330A47BD0A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385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A4154-D0C0-4395-A781-AE50477C2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E72923-7EFE-411F-BD95-3F2B702E1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40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95282C-7EED-4819-861E-8CCFD0D5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E70267-52D6-4AC1-AAD4-566C8582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4AB609-7A48-4E2D-AAEB-21F477A8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91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44D18-3689-44CB-8DEF-A80E0C0F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CF2087-C3DE-4313-A183-75CF94A7E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2AB398-9C1E-4F51-B202-166A9C5A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75C49-BE18-46B4-86F9-B40CEF59B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B5C020-2CF1-4318-8720-2F18FC31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92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76BE6-D7AD-4938-BB35-050E0DD92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7EEE8C-4AD8-41F0-94D7-285FA8DB1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2F9F86-F019-4133-B046-5B26866A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F1848-47C0-4E5E-99B4-53296418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203901-8FE2-4293-8682-302A5C55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66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AE861-960B-47E6-B8B2-CF9A92F2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6D2B1B-A1D7-4FD4-815B-F4796EE61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9939E1-3BFA-49EF-90AA-533315F8F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B1DFE7-E5E2-45B6-AE37-4A33D74BA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F66D6-CAEB-4097-9C64-2BA7A803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49F1F3-F6EC-4843-9040-D4DB4951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22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34B92-6BDA-4B3B-8341-33E8C097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B27540-0793-4C68-BBE0-CECB78B02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C464B1-4F94-432A-B480-08F2154C0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A3763F-5F32-4EAD-B51E-182894A24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F6779E-28AC-4116-ADA8-D44452303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5C7214-DA4B-4D71-B28A-506A89113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E5BCE6-B965-43EA-A5DE-D62BE930D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CF62A3-F051-4187-BF5D-EE9A8549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49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AD184-652E-49F5-8EC3-2515938B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CAF8BA-CBC0-424A-9E1A-4E431F0F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E1D661-F5F3-492D-998A-49D9F360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9FA813-E101-44BE-A8B8-08EB66BB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29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A5E9D9-DB4B-4E72-BB71-9BF7451B0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42E8E0-1379-4994-BCB6-29AFBD7A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CA6E7E-05E1-49DE-90AF-6CCBE54F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10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6053D-8D77-4107-B67F-6C92CBBF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201"/>
            <a:ext cx="3932237" cy="16002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6B492-B400-413D-B15E-489D236F3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C78939-8ACA-4119-BCEA-632A17AE9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399"/>
            <a:ext cx="3932237" cy="38115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B1C8CC-BE28-4C98-BC0C-D554A432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6A1184-137A-4347-A7D8-40EF6F0A4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7670C3-4F29-4135-AD04-9EBC4BA7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3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589E2-1963-42FE-8CB3-21558D07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2" y="457201"/>
            <a:ext cx="3932237" cy="16002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E824E6-AC0D-40C6-B18E-F9A5360D5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F520B6-1A24-4493-88BF-88D570A2B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2" y="2057399"/>
            <a:ext cx="3932237" cy="38115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F6AAA6-E279-4113-BE24-AD978955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C32C34-C5A6-4F22-ACA0-A3846D33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E23E91-3106-4032-92F4-741449C7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11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48301-3DE1-4897-A671-587B9A20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681232-A962-41F0-966F-E951EECF6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D49674-E843-42B1-8ED7-1A48348B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F28499-91DD-4C7A-B94D-552292A5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EF5E8E-5581-4ACA-AF4C-6FE86061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90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F95F2C-6C8D-4C48-9E23-FBD78711A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E10BB1-87E9-41BE-849E-22BC3AC3E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D289C-294C-4583-B73F-C7A03331A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DD83D-B381-4CC2-A4CD-3F157ADC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3149E5-B48E-4648-8B2E-9E17D445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E37129-341E-49DD-B704-C767425A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F05AF8-16A9-4F3D-90EF-7F2D28F28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A1381C-6250-409A-ADBD-520B56844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EAE9-437A-4222-947A-9062F997B9A7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E1D79-A040-450E-9B2C-B9F0F780C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B0D98B-2EA6-4DCE-9D81-B29354AD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68BC6-4097-4385-AFE5-3FF47883EB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896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PowerPoint_Macro-Enabled_Presentation3.pptm"/><Relationship Id="rId13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package" Target="../embeddings/Microsoft_PowerPoint_Macro-Enabled_Presentation5.pptm"/><Relationship Id="rId17" Type="http://schemas.openxmlformats.org/officeDocument/2006/relationships/image" Target="../media/image8.emf"/><Relationship Id="rId2" Type="http://schemas.openxmlformats.org/officeDocument/2006/relationships/package" Target="../embeddings/Microsoft_PowerPoint_Macro-Enabled_Presentation.pptm"/><Relationship Id="rId16" Type="http://schemas.openxmlformats.org/officeDocument/2006/relationships/package" Target="../embeddings/Microsoft_PowerPoint_Macro-Enabled_Presentation7.pptm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PowerPoint_Macro-Enabled_Presentation2.pptm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10" Type="http://schemas.openxmlformats.org/officeDocument/2006/relationships/package" Target="../embeddings/Microsoft_PowerPoint_Macro-Enabled_Presentation4.pptm"/><Relationship Id="rId4" Type="http://schemas.openxmlformats.org/officeDocument/2006/relationships/package" Target="../embeddings/Microsoft_PowerPoint_Macro-Enabled_Presentation1.pptm"/><Relationship Id="rId9" Type="http://schemas.openxmlformats.org/officeDocument/2006/relationships/image" Target="../media/image4.emf"/><Relationship Id="rId14" Type="http://schemas.openxmlformats.org/officeDocument/2006/relationships/package" Target="../embeddings/Microsoft_PowerPoint_Macro-Enabled_Presentation6.pptm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PowerPoint_Macro-Enabled_Presentation8.pptm"/><Relationship Id="rId47" Type="http://schemas.openxmlformats.org/officeDocument/2006/relationships/package" Target="../embeddings/Microsoft_PowerPoint_Macro-Enabled_Presentation9.pptm"/><Relationship Id="rId50" Type="http://schemas.openxmlformats.org/officeDocument/2006/relationships/image" Target="../media/image12.emf"/><Relationship Id="rId55" Type="http://schemas.openxmlformats.org/officeDocument/2006/relationships/image" Target="../media/image25.png"/><Relationship Id="rId63" Type="http://schemas.openxmlformats.org/officeDocument/2006/relationships/image" Target="../media/image17.png"/><Relationship Id="rId68" Type="http://schemas.openxmlformats.org/officeDocument/2006/relationships/image" Target="../media/image20.png"/><Relationship Id="rId46" Type="http://schemas.openxmlformats.org/officeDocument/2006/relationships/image" Target="../media/image23.png"/><Relationship Id="rId59" Type="http://schemas.openxmlformats.org/officeDocument/2006/relationships/package" Target="../embeddings/Microsoft_PowerPoint_Macro-Enabled_Presentation12.pptm"/><Relationship Id="rId67" Type="http://schemas.openxmlformats.org/officeDocument/2006/relationships/image" Target="../media/image19.png"/><Relationship Id="rId71" Type="http://schemas.openxmlformats.org/officeDocument/2006/relationships/image" Target="../media/image29.png"/><Relationship Id="rId2" Type="http://schemas.openxmlformats.org/officeDocument/2006/relationships/image" Target="../media/image10.png"/><Relationship Id="rId54" Type="http://schemas.openxmlformats.org/officeDocument/2006/relationships/image" Target="../media/image24.png"/><Relationship Id="rId62" Type="http://schemas.openxmlformats.org/officeDocument/2006/relationships/image" Target="../media/image16.emf"/><Relationship Id="rId7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3" Type="http://schemas.openxmlformats.org/officeDocument/2006/relationships/image" Target="../media/image14.emf"/><Relationship Id="rId58" Type="http://schemas.openxmlformats.org/officeDocument/2006/relationships/image" Target="../media/image28.png"/><Relationship Id="rId66" Type="http://schemas.openxmlformats.org/officeDocument/2006/relationships/package" Target="../embeddings/Microsoft_PowerPoint_Macro-Enabled_Presentation15.pptm"/><Relationship Id="rId74" Type="http://schemas.openxmlformats.org/officeDocument/2006/relationships/package" Target="../embeddings/Microsoft_PowerPoint_Macro-Enabled_Presentation17.pptm"/><Relationship Id="rId49" Type="http://schemas.openxmlformats.org/officeDocument/2006/relationships/package" Target="../embeddings/Microsoft_PowerPoint_Macro-Enabled_Presentation10.pptm"/><Relationship Id="rId57" Type="http://schemas.openxmlformats.org/officeDocument/2006/relationships/image" Target="../media/image27.png"/><Relationship Id="rId61" Type="http://schemas.openxmlformats.org/officeDocument/2006/relationships/package" Target="../embeddings/Microsoft_PowerPoint_Macro-Enabled_Presentation13.pptm"/><Relationship Id="rId52" Type="http://schemas.openxmlformats.org/officeDocument/2006/relationships/image" Target="../media/image13.emf"/><Relationship Id="rId60" Type="http://schemas.openxmlformats.org/officeDocument/2006/relationships/image" Target="../media/image15.emf"/><Relationship Id="rId65" Type="http://schemas.openxmlformats.org/officeDocument/2006/relationships/image" Target="../media/image18.emf"/><Relationship Id="rId73" Type="http://schemas.openxmlformats.org/officeDocument/2006/relationships/image" Target="../media/image30.emf"/><Relationship Id="rId4" Type="http://schemas.openxmlformats.org/officeDocument/2006/relationships/image" Target="../media/image2.emf"/><Relationship Id="rId48" Type="http://schemas.openxmlformats.org/officeDocument/2006/relationships/image" Target="../media/image11.emf"/><Relationship Id="rId56" Type="http://schemas.openxmlformats.org/officeDocument/2006/relationships/image" Target="../media/image26.png"/><Relationship Id="rId64" Type="http://schemas.openxmlformats.org/officeDocument/2006/relationships/package" Target="../embeddings/Microsoft_PowerPoint_Macro-Enabled_Presentation14.pptm"/><Relationship Id="rId69" Type="http://schemas.openxmlformats.org/officeDocument/2006/relationships/image" Target="../media/image21.png"/><Relationship Id="rId51" Type="http://schemas.openxmlformats.org/officeDocument/2006/relationships/package" Target="../embeddings/Microsoft_PowerPoint_Macro-Enabled_Presentation11.pptm"/><Relationship Id="rId72" Type="http://schemas.openxmlformats.org/officeDocument/2006/relationships/package" Target="../embeddings/Microsoft_PowerPoint_Macro-Enabled_Presentation16.pptm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package" Target="../embeddings/Microsoft_PowerPoint_Macro-Enabled_Presentation22.pptm"/><Relationship Id="rId26" Type="http://schemas.openxmlformats.org/officeDocument/2006/relationships/package" Target="../embeddings/Microsoft_PowerPoint_Macro-Enabled_Presentation26.pptm"/><Relationship Id="rId39" Type="http://schemas.openxmlformats.org/officeDocument/2006/relationships/package" Target="../embeddings/Microsoft_PowerPoint_Macro-Enabled_Presentation31.pptm"/><Relationship Id="rId21" Type="http://schemas.openxmlformats.org/officeDocument/2006/relationships/image" Target="../media/image18.emf"/><Relationship Id="rId34" Type="http://schemas.openxmlformats.org/officeDocument/2006/relationships/image" Target="../media/image19.png"/><Relationship Id="rId42" Type="http://schemas.openxmlformats.org/officeDocument/2006/relationships/package" Target="../embeddings/Microsoft_PowerPoint_Macro-Enabled_Presentation34.pptm"/><Relationship Id="rId7" Type="http://schemas.openxmlformats.org/officeDocument/2006/relationships/image" Target="../media/image32.emf"/><Relationship Id="rId2" Type="http://schemas.openxmlformats.org/officeDocument/2006/relationships/package" Target="../embeddings/Microsoft_PowerPoint_Macro-Enabled_Presentation18.pptm"/><Relationship Id="rId16" Type="http://schemas.openxmlformats.org/officeDocument/2006/relationships/image" Target="../media/image41.png"/><Relationship Id="rId20" Type="http://schemas.openxmlformats.org/officeDocument/2006/relationships/package" Target="../embeddings/Microsoft_PowerPoint_Macro-Enabled_Presentation23.pptm"/><Relationship Id="rId29" Type="http://schemas.openxmlformats.org/officeDocument/2006/relationships/package" Target="../embeddings/Microsoft_PowerPoint_Macro-Enabled_Presentation27.pptm"/><Relationship Id="rId41" Type="http://schemas.openxmlformats.org/officeDocument/2006/relationships/package" Target="../embeddings/Microsoft_PowerPoint_Macro-Enabled_Presentation33.pptm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PowerPoint_Macro-Enabled_Presentation20.pptm"/><Relationship Id="rId11" Type="http://schemas.openxmlformats.org/officeDocument/2006/relationships/package" Target="../embeddings/Microsoft_PowerPoint_Macro-Enabled_Presentation21.pptm"/><Relationship Id="rId24" Type="http://schemas.openxmlformats.org/officeDocument/2006/relationships/package" Target="../embeddings/Microsoft_PowerPoint_Macro-Enabled_Presentation25.pptm"/><Relationship Id="rId32" Type="http://schemas.openxmlformats.org/officeDocument/2006/relationships/package" Target="../embeddings/Microsoft_PowerPoint_Macro-Enabled_Presentation30.pptm"/><Relationship Id="rId37" Type="http://schemas.openxmlformats.org/officeDocument/2006/relationships/image" Target="../media/image22.png"/><Relationship Id="rId40" Type="http://schemas.openxmlformats.org/officeDocument/2006/relationships/package" Target="../embeddings/Microsoft_PowerPoint_Macro-Enabled_Presentation32.pptm"/><Relationship Id="rId5" Type="http://schemas.openxmlformats.org/officeDocument/2006/relationships/image" Target="../media/image31.emf"/><Relationship Id="rId15" Type="http://schemas.openxmlformats.org/officeDocument/2006/relationships/image" Target="../media/image40.png"/><Relationship Id="rId23" Type="http://schemas.openxmlformats.org/officeDocument/2006/relationships/image" Target="../media/image36.emf"/><Relationship Id="rId28" Type="http://schemas.openxmlformats.org/officeDocument/2006/relationships/image" Target="../media/image43.png"/><Relationship Id="rId36" Type="http://schemas.openxmlformats.org/officeDocument/2006/relationships/image" Target="../media/image21.png"/><Relationship Id="rId10" Type="http://schemas.openxmlformats.org/officeDocument/2006/relationships/image" Target="../media/image33.png"/><Relationship Id="rId19" Type="http://schemas.openxmlformats.org/officeDocument/2006/relationships/image" Target="../media/image35.emf"/><Relationship Id="rId31" Type="http://schemas.openxmlformats.org/officeDocument/2006/relationships/package" Target="../embeddings/Microsoft_PowerPoint_Macro-Enabled_Presentation29.pptm"/><Relationship Id="rId44" Type="http://schemas.openxmlformats.org/officeDocument/2006/relationships/image" Target="../media/image44.png"/><Relationship Id="rId4" Type="http://schemas.openxmlformats.org/officeDocument/2006/relationships/package" Target="../embeddings/Microsoft_PowerPoint_Macro-Enabled_Presentation19.pptm"/><Relationship Id="rId9" Type="http://schemas.openxmlformats.org/officeDocument/2006/relationships/image" Target="../media/image36.png"/><Relationship Id="rId14" Type="http://schemas.openxmlformats.org/officeDocument/2006/relationships/image" Target="../media/image39.png"/><Relationship Id="rId22" Type="http://schemas.openxmlformats.org/officeDocument/2006/relationships/package" Target="../embeddings/Microsoft_PowerPoint_Macro-Enabled_Presentation24.pptm"/><Relationship Id="rId27" Type="http://schemas.openxmlformats.org/officeDocument/2006/relationships/image" Target="../media/image38.emf"/><Relationship Id="rId30" Type="http://schemas.openxmlformats.org/officeDocument/2006/relationships/package" Target="../embeddings/Microsoft_PowerPoint_Macro-Enabled_Presentation28.pptm"/><Relationship Id="rId35" Type="http://schemas.openxmlformats.org/officeDocument/2006/relationships/image" Target="../media/image20.png"/><Relationship Id="rId43" Type="http://schemas.openxmlformats.org/officeDocument/2006/relationships/package" Target="../embeddings/Microsoft_PowerPoint_Macro-Enabled_Presentation35.pptm"/><Relationship Id="rId3" Type="http://schemas.openxmlformats.org/officeDocument/2006/relationships/image" Target="../media/image2.emf"/><Relationship Id="rId12" Type="http://schemas.openxmlformats.org/officeDocument/2006/relationships/image" Target="../media/image34.emf"/><Relationship Id="rId17" Type="http://schemas.openxmlformats.org/officeDocument/2006/relationships/image" Target="../media/image42.png"/><Relationship Id="rId25" Type="http://schemas.openxmlformats.org/officeDocument/2006/relationships/image" Target="../media/image37.emf"/><Relationship Id="rId33" Type="http://schemas.openxmlformats.org/officeDocument/2006/relationships/image" Target="../media/image30.emf"/><Relationship Id="rId38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46.emf"/><Relationship Id="rId51" Type="http://schemas.openxmlformats.org/officeDocument/2006/relationships/package" Target="../embeddings/Microsoft_PowerPoint_Macro-Enabled_Presentation41.pptm"/><Relationship Id="rId3" Type="http://schemas.openxmlformats.org/officeDocument/2006/relationships/image" Target="../media/image43.png"/><Relationship Id="rId34" Type="http://schemas.openxmlformats.org/officeDocument/2006/relationships/package" Target="../embeddings/Microsoft_PowerPoint_Macro-Enabled_Presentation23.pptm"/><Relationship Id="rId42" Type="http://schemas.openxmlformats.org/officeDocument/2006/relationships/image" Target="../media/image410.png"/><Relationship Id="rId47" Type="http://schemas.openxmlformats.org/officeDocument/2006/relationships/package" Target="../embeddings/Microsoft_PowerPoint_Macro-Enabled_Presentation39.pptm"/><Relationship Id="rId50" Type="http://schemas.openxmlformats.org/officeDocument/2006/relationships/package" Target="../embeddings/Microsoft_PowerPoint_Macro-Enabled_Presentation40.pptm"/><Relationship Id="rId55" Type="http://schemas.openxmlformats.org/officeDocument/2006/relationships/package" Target="../embeddings/Microsoft_PowerPoint_Macro-Enabled_Presentation44.pptm"/><Relationship Id="rId33" Type="http://schemas.openxmlformats.org/officeDocument/2006/relationships/image" Target="../media/image18.emf"/><Relationship Id="rId38" Type="http://schemas.openxmlformats.org/officeDocument/2006/relationships/package" Target="../embeddings/Microsoft_PowerPoint_Macro-Enabled_Presentation36.pptm"/><Relationship Id="rId46" Type="http://schemas.openxmlformats.org/officeDocument/2006/relationships/image" Target="../media/image47.emf"/><Relationship Id="rId41" Type="http://schemas.openxmlformats.org/officeDocument/2006/relationships/package" Target="../embeddings/Microsoft_PowerPoint_Macro-Enabled_Presentation37.pptm"/><Relationship Id="rId54" Type="http://schemas.openxmlformats.org/officeDocument/2006/relationships/package" Target="../embeddings/Microsoft_PowerPoint_Macro-Enabled_Presentation43.pptm"/><Relationship Id="rId1" Type="http://schemas.openxmlformats.org/officeDocument/2006/relationships/slideLayout" Target="../slideLayouts/slideLayout2.xml"/><Relationship Id="rId32" Type="http://schemas.openxmlformats.org/officeDocument/2006/relationships/package" Target="../embeddings/Microsoft_PowerPoint_Macro-Enabled_Presentation23.pptm"/><Relationship Id="rId37" Type="http://schemas.openxmlformats.org/officeDocument/2006/relationships/image" Target="../media/image46.emf"/><Relationship Id="rId40" Type="http://schemas.openxmlformats.org/officeDocument/2006/relationships/package" Target="../embeddings/Microsoft_PowerPoint_Macro-Enabled_Presentation37.pptm"/><Relationship Id="rId45" Type="http://schemas.openxmlformats.org/officeDocument/2006/relationships/package" Target="../embeddings/Microsoft_PowerPoint_Macro-Enabled_Presentation38.pptm"/><Relationship Id="rId53" Type="http://schemas.openxmlformats.org/officeDocument/2006/relationships/package" Target="../embeddings/Microsoft_PowerPoint_Macro-Enabled_Presentation42.pptm"/><Relationship Id="rId36" Type="http://schemas.openxmlformats.org/officeDocument/2006/relationships/package" Target="../embeddings/Microsoft_PowerPoint_Macro-Enabled_Presentation36.pptm"/><Relationship Id="rId49" Type="http://schemas.openxmlformats.org/officeDocument/2006/relationships/image" Target="../media/image48.png"/><Relationship Id="rId31" Type="http://schemas.openxmlformats.org/officeDocument/2006/relationships/image" Target="../media/image400.png"/><Relationship Id="rId44" Type="http://schemas.openxmlformats.org/officeDocument/2006/relationships/image" Target="../media/image47.emf"/><Relationship Id="rId52" Type="http://schemas.openxmlformats.org/officeDocument/2006/relationships/image" Target="../media/image49.png"/><Relationship Id="rId4" Type="http://schemas.openxmlformats.org/officeDocument/2006/relationships/image" Target="../media/image45.png"/><Relationship Id="rId35" Type="http://schemas.openxmlformats.org/officeDocument/2006/relationships/image" Target="../media/image18.emf"/><Relationship Id="rId43" Type="http://schemas.openxmlformats.org/officeDocument/2006/relationships/package" Target="../embeddings/Microsoft_PowerPoint_Macro-Enabled_Presentation38.pptm"/><Relationship Id="rId48" Type="http://schemas.openxmlformats.org/officeDocument/2006/relationships/package" Target="../embeddings/Microsoft_PowerPoint_Macro-Enabled_Presentation39.pptm"/><Relationship Id="rId56" Type="http://schemas.openxmlformats.org/officeDocument/2006/relationships/image" Target="../media/image48.emf"/></Relationships>
</file>

<file path=ppt/slides/_rels/slide6.xml.rels><?xml version="1.0" encoding="UTF-8" standalone="yes"?>
<Relationships xmlns="http://schemas.openxmlformats.org/package/2006/relationships"><Relationship Id="rId109" Type="http://schemas.openxmlformats.org/officeDocument/2006/relationships/image" Target="../media/image521.png"/><Relationship Id="rId117" Type="http://schemas.openxmlformats.org/officeDocument/2006/relationships/image" Target="../media/image57.png"/><Relationship Id="rId121" Type="http://schemas.openxmlformats.org/officeDocument/2006/relationships/package" Target="../embeddings/Microsoft_PowerPoint_Macro-Enabled_Presentation45.pptm"/><Relationship Id="rId112" Type="http://schemas.openxmlformats.org/officeDocument/2006/relationships/image" Target="../media/image51.png"/><Relationship Id="rId120" Type="http://schemas.openxmlformats.org/officeDocument/2006/relationships/image" Target="../media/image60.png"/><Relationship Id="rId125" Type="http://schemas.openxmlformats.org/officeDocument/2006/relationships/package" Target="../embeddings/Microsoft_PowerPoint_Macro-Enabled_Presentation47.pptm"/><Relationship Id="rId116" Type="http://schemas.openxmlformats.org/officeDocument/2006/relationships/image" Target="../media/image56.png"/><Relationship Id="rId124" Type="http://schemas.openxmlformats.org/officeDocument/2006/relationships/image" Target="../media/image62.emf"/><Relationship Id="rId129" Type="http://schemas.openxmlformats.org/officeDocument/2006/relationships/package" Target="../embeddings/Microsoft_PowerPoint_Macro-Enabled_Presentation48.pptm"/><Relationship Id="rId111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110" Type="http://schemas.openxmlformats.org/officeDocument/2006/relationships/image" Target="../media/image53.png"/><Relationship Id="rId115" Type="http://schemas.openxmlformats.org/officeDocument/2006/relationships/image" Target="../media/image55.png"/><Relationship Id="rId123" Type="http://schemas.openxmlformats.org/officeDocument/2006/relationships/package" Target="../embeddings/Microsoft_PowerPoint_Macro-Enabled_Presentation46.pptm"/><Relationship Id="rId128" Type="http://schemas.openxmlformats.org/officeDocument/2006/relationships/image" Target="../media/image8.emf"/><Relationship Id="rId114" Type="http://schemas.openxmlformats.org/officeDocument/2006/relationships/image" Target="../media/image54.png"/><Relationship Id="rId119" Type="http://schemas.openxmlformats.org/officeDocument/2006/relationships/image" Target="../media/image59.png"/><Relationship Id="rId127" Type="http://schemas.openxmlformats.org/officeDocument/2006/relationships/package" Target="../embeddings/Microsoft_PowerPoint_Macro-Enabled_Presentation7.pptm"/><Relationship Id="rId122" Type="http://schemas.openxmlformats.org/officeDocument/2006/relationships/image" Target="../media/image61.emf"/><Relationship Id="rId130" Type="http://schemas.openxmlformats.org/officeDocument/2006/relationships/image" Target="../media/image64.emf"/><Relationship Id="rId113" Type="http://schemas.openxmlformats.org/officeDocument/2006/relationships/image" Target="../media/image52.png"/><Relationship Id="rId118" Type="http://schemas.openxmlformats.org/officeDocument/2006/relationships/image" Target="../media/image58.png"/><Relationship Id="rId126" Type="http://schemas.openxmlformats.org/officeDocument/2006/relationships/image" Target="../media/image6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package" Target="../embeddings/Microsoft_PowerPoint_Macro-Enabled_Presentation49.pptm"/><Relationship Id="rId4" Type="http://schemas.openxmlformats.org/officeDocument/2006/relationships/image" Target="../media/image5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package" Target="../embeddings/Microsoft_PowerPoint_Macro-Enabled_Presentation8.pptm"/><Relationship Id="rId21" Type="http://schemas.openxmlformats.org/officeDocument/2006/relationships/package" Target="../embeddings/Microsoft_PowerPoint_Macro-Enabled_Presentation34.pptm"/><Relationship Id="rId42" Type="http://schemas.openxmlformats.org/officeDocument/2006/relationships/image" Target="../media/image78.png"/><Relationship Id="rId47" Type="http://schemas.openxmlformats.org/officeDocument/2006/relationships/image" Target="../media/image51.png"/><Relationship Id="rId63" Type="http://schemas.openxmlformats.org/officeDocument/2006/relationships/image" Target="../media/image8.emf"/><Relationship Id="rId7" Type="http://schemas.openxmlformats.org/officeDocument/2006/relationships/image" Target="../media/image32.emf"/><Relationship Id="rId2" Type="http://schemas.openxmlformats.org/officeDocument/2006/relationships/package" Target="../embeddings/Microsoft_PowerPoint_Macro-Enabled_Presentation27.pptm"/><Relationship Id="rId16" Type="http://schemas.openxmlformats.org/officeDocument/2006/relationships/image" Target="../media/image35.emf"/><Relationship Id="rId29" Type="http://schemas.openxmlformats.org/officeDocument/2006/relationships/package" Target="../embeddings/Microsoft_PowerPoint_Macro-Enabled_Presentation13.pptm"/><Relationship Id="rId11" Type="http://schemas.openxmlformats.org/officeDocument/2006/relationships/image" Target="../media/image71.png"/><Relationship Id="rId24" Type="http://schemas.openxmlformats.org/officeDocument/2006/relationships/image" Target="../media/image38.emf"/><Relationship Id="rId32" Type="http://schemas.openxmlformats.org/officeDocument/2006/relationships/package" Target="../embeddings/Microsoft_PowerPoint_Macro-Enabled_Presentation14.pptm"/><Relationship Id="rId37" Type="http://schemas.openxmlformats.org/officeDocument/2006/relationships/package" Target="../embeddings/Microsoft_PowerPoint_Macro-Enabled_Presentation10.pptm"/><Relationship Id="rId40" Type="http://schemas.openxmlformats.org/officeDocument/2006/relationships/image" Target="../media/image13.emf"/><Relationship Id="rId45" Type="http://schemas.openxmlformats.org/officeDocument/2006/relationships/image" Target="../media/image81.png"/><Relationship Id="rId53" Type="http://schemas.openxmlformats.org/officeDocument/2006/relationships/image" Target="../media/image58.png"/><Relationship Id="rId58" Type="http://schemas.openxmlformats.org/officeDocument/2006/relationships/package" Target="../embeddings/Microsoft_PowerPoint_Macro-Enabled_Presentation46.pptm"/><Relationship Id="rId66" Type="http://schemas.openxmlformats.org/officeDocument/2006/relationships/image" Target="../media/image560.png"/><Relationship Id="rId123" Type="http://schemas.openxmlformats.org/officeDocument/2006/relationships/image" Target="../media/image691.png"/><Relationship Id="rId5" Type="http://schemas.openxmlformats.org/officeDocument/2006/relationships/image" Target="../media/image31.emf"/><Relationship Id="rId61" Type="http://schemas.openxmlformats.org/officeDocument/2006/relationships/image" Target="../media/image63.emf"/><Relationship Id="rId19" Type="http://schemas.openxmlformats.org/officeDocument/2006/relationships/package" Target="../embeddings/Microsoft_PowerPoint_Macro-Enabled_Presentation33.pptm"/><Relationship Id="rId14" Type="http://schemas.openxmlformats.org/officeDocument/2006/relationships/image" Target="../media/image74.png"/><Relationship Id="rId22" Type="http://schemas.openxmlformats.org/officeDocument/2006/relationships/image" Target="../media/image37.emf"/><Relationship Id="rId27" Type="http://schemas.openxmlformats.org/officeDocument/2006/relationships/package" Target="../embeddings/Microsoft_PowerPoint_Macro-Enabled_Presentation12.pptm"/><Relationship Id="rId30" Type="http://schemas.openxmlformats.org/officeDocument/2006/relationships/image" Target="../media/image16.emf"/><Relationship Id="rId35" Type="http://schemas.openxmlformats.org/officeDocument/2006/relationships/package" Target="../embeddings/Microsoft_PowerPoint_Macro-Enabled_Presentation9.pptm"/><Relationship Id="rId43" Type="http://schemas.openxmlformats.org/officeDocument/2006/relationships/image" Target="../media/image79.png"/><Relationship Id="rId48" Type="http://schemas.openxmlformats.org/officeDocument/2006/relationships/image" Target="../media/image52.png"/><Relationship Id="rId56" Type="http://schemas.openxmlformats.org/officeDocument/2006/relationships/package" Target="../embeddings/Microsoft_PowerPoint_Macro-Enabled_Presentation45.pptm"/><Relationship Id="rId64" Type="http://schemas.openxmlformats.org/officeDocument/2006/relationships/package" Target="../embeddings/Microsoft_PowerPoint_Macro-Enabled_Presentation52.pptm"/><Relationship Id="rId126" Type="http://schemas.openxmlformats.org/officeDocument/2006/relationships/image" Target="../media/image82.png"/><Relationship Id="rId8" Type="http://schemas.openxmlformats.org/officeDocument/2006/relationships/package" Target="../embeddings/Microsoft_PowerPoint_Macro-Enabled_Presentation50.pptm"/><Relationship Id="rId51" Type="http://schemas.openxmlformats.org/officeDocument/2006/relationships/image" Target="../media/image56.png"/><Relationship Id="rId3" Type="http://schemas.openxmlformats.org/officeDocument/2006/relationships/image" Target="../media/image2.emf"/><Relationship Id="rId12" Type="http://schemas.openxmlformats.org/officeDocument/2006/relationships/image" Target="../media/image72.png"/><Relationship Id="rId17" Type="http://schemas.openxmlformats.org/officeDocument/2006/relationships/package" Target="../embeddings/Microsoft_PowerPoint_Macro-Enabled_Presentation32.pptm"/><Relationship Id="rId25" Type="http://schemas.openxmlformats.org/officeDocument/2006/relationships/image" Target="../media/image75.png"/><Relationship Id="rId33" Type="http://schemas.openxmlformats.org/officeDocument/2006/relationships/package" Target="../embeddings/Microsoft_PowerPoint_Macro-Enabled_Presentation15.pptm"/><Relationship Id="rId38" Type="http://schemas.openxmlformats.org/officeDocument/2006/relationships/image" Target="../media/image14.emf"/><Relationship Id="rId46" Type="http://schemas.openxmlformats.org/officeDocument/2006/relationships/package" Target="../embeddings/Microsoft_PowerPoint_Macro-Enabled_Presentation51.pptm"/><Relationship Id="rId59" Type="http://schemas.openxmlformats.org/officeDocument/2006/relationships/image" Target="../media/image62.emf"/><Relationship Id="rId124" Type="http://schemas.openxmlformats.org/officeDocument/2006/relationships/image" Target="../media/image66.png"/><Relationship Id="rId20" Type="http://schemas.openxmlformats.org/officeDocument/2006/relationships/image" Target="../media/image36.emf"/><Relationship Id="rId41" Type="http://schemas.openxmlformats.org/officeDocument/2006/relationships/image" Target="../media/image77.png"/><Relationship Id="rId54" Type="http://schemas.openxmlformats.org/officeDocument/2006/relationships/image" Target="../media/image59.png"/><Relationship Id="rId62" Type="http://schemas.openxmlformats.org/officeDocument/2006/relationships/package" Target="../embeddings/Microsoft_PowerPoint_Macro-Enabled_Presentation7.pptm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PowerPoint_Macro-Enabled_Presentation29.pptm"/><Relationship Id="rId15" Type="http://schemas.openxmlformats.org/officeDocument/2006/relationships/package" Target="../embeddings/Microsoft_PowerPoint_Macro-Enabled_Presentation31.pptm"/><Relationship Id="rId23" Type="http://schemas.openxmlformats.org/officeDocument/2006/relationships/package" Target="../embeddings/Microsoft_PowerPoint_Macro-Enabled_Presentation35.pptm"/><Relationship Id="rId28" Type="http://schemas.openxmlformats.org/officeDocument/2006/relationships/image" Target="../media/image15.emf"/><Relationship Id="rId36" Type="http://schemas.openxmlformats.org/officeDocument/2006/relationships/image" Target="../media/image11.emf"/><Relationship Id="rId49" Type="http://schemas.openxmlformats.org/officeDocument/2006/relationships/image" Target="../media/image54.png"/><Relationship Id="rId57" Type="http://schemas.openxmlformats.org/officeDocument/2006/relationships/image" Target="../media/image61.emf"/><Relationship Id="rId10" Type="http://schemas.openxmlformats.org/officeDocument/2006/relationships/image" Target="../media/image70.png"/><Relationship Id="rId31" Type="http://schemas.openxmlformats.org/officeDocument/2006/relationships/image" Target="../media/image76.png"/><Relationship Id="rId44" Type="http://schemas.openxmlformats.org/officeDocument/2006/relationships/image" Target="../media/image80.png"/><Relationship Id="rId52" Type="http://schemas.openxmlformats.org/officeDocument/2006/relationships/image" Target="../media/image57.png"/><Relationship Id="rId60" Type="http://schemas.openxmlformats.org/officeDocument/2006/relationships/package" Target="../embeddings/Microsoft_PowerPoint_Macro-Enabled_Presentation47.pptm"/><Relationship Id="rId65" Type="http://schemas.openxmlformats.org/officeDocument/2006/relationships/image" Target="../media/image64.emf"/><Relationship Id="rId4" Type="http://schemas.openxmlformats.org/officeDocument/2006/relationships/package" Target="../embeddings/Microsoft_PowerPoint_Macro-Enabled_Presentation28.pptm"/><Relationship Id="rId9" Type="http://schemas.openxmlformats.org/officeDocument/2006/relationships/image" Target="../media/image30.emf"/><Relationship Id="rId13" Type="http://schemas.openxmlformats.org/officeDocument/2006/relationships/image" Target="../media/image73.png"/><Relationship Id="rId18" Type="http://schemas.openxmlformats.org/officeDocument/2006/relationships/image" Target="../media/image18.emf"/><Relationship Id="rId39" Type="http://schemas.openxmlformats.org/officeDocument/2006/relationships/package" Target="../embeddings/Microsoft_PowerPoint_Macro-Enabled_Presentation11.pptm"/><Relationship Id="rId34" Type="http://schemas.openxmlformats.org/officeDocument/2006/relationships/image" Target="../media/image12.emf"/><Relationship Id="rId50" Type="http://schemas.openxmlformats.org/officeDocument/2006/relationships/image" Target="../media/image55.png"/><Relationship Id="rId55" Type="http://schemas.openxmlformats.org/officeDocument/2006/relationships/image" Target="../media/image60.png"/><Relationship Id="rId125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0.png"/><Relationship Id="rId3" Type="http://schemas.openxmlformats.org/officeDocument/2006/relationships/image" Target="../media/image670.png"/><Relationship Id="rId7" Type="http://schemas.openxmlformats.org/officeDocument/2006/relationships/image" Target="../media/image710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0.png"/><Relationship Id="rId5" Type="http://schemas.openxmlformats.org/officeDocument/2006/relationships/image" Target="../media/image690.png"/><Relationship Id="rId4" Type="http://schemas.openxmlformats.org/officeDocument/2006/relationships/image" Target="../media/image6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PowerPoint_Macro-Enabled_Presentation53.pptm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hlinkClick r:id="" action="ppaction://ole?verb=0"/>
            <a:extLst>
              <a:ext uri="{FF2B5EF4-FFF2-40B4-BE49-F238E27FC236}">
                <a16:creationId xmlns:a16="http://schemas.microsoft.com/office/drawing/2014/main" id="{EE0FE702-A95D-4B6E-A90B-0A4F153AE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800138"/>
              </p:ext>
            </p:extLst>
          </p:nvPr>
        </p:nvGraphicFramePr>
        <p:xfrm>
          <a:off x="5675727" y="1039979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1477064" imgH="457208" progId="PowerPoint.ShowMacroEnabled.12">
                  <p:embed/>
                </p:oleObj>
              </mc:Choice>
              <mc:Fallback>
                <p:oleObj name="Presentation" r:id="rId2" imgW="1477064" imgH="457208" progId="PowerPoint.ShowMacroEnabled.12">
                  <p:embed/>
                  <p:pic>
                    <p:nvPicPr>
                      <p:cNvPr id="4" name="对象 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EE0FE702-A95D-4B6E-A90B-0A4F153AE2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75727" y="1039979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9DE92E0-EB22-437F-8AEC-B8E35EEB49D5}"/>
              </a:ext>
            </a:extLst>
          </p:cNvPr>
          <p:cNvSpPr txBox="1"/>
          <p:nvPr/>
        </p:nvSpPr>
        <p:spPr>
          <a:xfrm>
            <a:off x="4352925" y="987866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2018DA-AB51-4FD1-824E-5742C6D4A307}"/>
              </a:ext>
            </a:extLst>
          </p:cNvPr>
          <p:cNvSpPr txBox="1"/>
          <p:nvPr/>
        </p:nvSpPr>
        <p:spPr>
          <a:xfrm>
            <a:off x="4352925" y="154469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</a:p>
        </p:txBody>
      </p:sp>
      <p:graphicFrame>
        <p:nvGraphicFramePr>
          <p:cNvPr id="8" name="对象 7">
            <a:hlinkClick r:id="" action="ppaction://ole?verb=0"/>
            <a:extLst>
              <a:ext uri="{FF2B5EF4-FFF2-40B4-BE49-F238E27FC236}">
                <a16:creationId xmlns:a16="http://schemas.microsoft.com/office/drawing/2014/main" id="{5CED52A3-3C4D-47BA-8AD7-9C59350E04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891608"/>
              </p:ext>
            </p:extLst>
          </p:nvPr>
        </p:nvGraphicFramePr>
        <p:xfrm>
          <a:off x="5675723" y="1596160"/>
          <a:ext cx="26640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4" imgW="457161" imgH="457208" progId="PowerPoint.ShowMacroEnabled.12">
                  <p:embed/>
                </p:oleObj>
              </mc:Choice>
              <mc:Fallback>
                <p:oleObj name="Presentation" r:id="rId4" imgW="457161" imgH="457208" progId="PowerPoint.ShowMacroEnabled.12">
                  <p:embed/>
                  <p:pic>
                    <p:nvPicPr>
                      <p:cNvPr id="8" name="对象 7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5CED52A3-3C4D-47BA-8AD7-9C59350E04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75723" y="1596160"/>
                        <a:ext cx="266400" cy="26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A48AF95-FB51-4C03-B35C-644CED466123}"/>
              </a:ext>
            </a:extLst>
          </p:cNvPr>
          <p:cNvSpPr txBox="1"/>
          <p:nvPr/>
        </p:nvSpPr>
        <p:spPr>
          <a:xfrm>
            <a:off x="4352929" y="2020432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</a:p>
        </p:txBody>
      </p:sp>
      <p:graphicFrame>
        <p:nvGraphicFramePr>
          <p:cNvPr id="13" name="对象 12">
            <a:hlinkClick r:id="" action="ppaction://ole?verb=0"/>
            <a:extLst>
              <a:ext uri="{FF2B5EF4-FFF2-40B4-BE49-F238E27FC236}">
                <a16:creationId xmlns:a16="http://schemas.microsoft.com/office/drawing/2014/main" id="{F486F618-3D0E-4CD4-82D8-F320DBEEA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449741"/>
              </p:ext>
            </p:extLst>
          </p:nvPr>
        </p:nvGraphicFramePr>
        <p:xfrm>
          <a:off x="5675723" y="2020432"/>
          <a:ext cx="270568" cy="85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6" imgW="457161" imgH="1448066" progId="PowerPoint.ShowMacroEnabled.12">
                  <p:embed/>
                </p:oleObj>
              </mc:Choice>
              <mc:Fallback>
                <p:oleObj name="Presentation" r:id="rId6" imgW="457161" imgH="1448066" progId="PowerPoint.ShowMacroEnabled.12">
                  <p:embed/>
                  <p:pic>
                    <p:nvPicPr>
                      <p:cNvPr id="13" name="对象 1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F486F618-3D0E-4CD4-82D8-F320DBEEA1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75723" y="2020432"/>
                        <a:ext cx="270568" cy="85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2CDBD1F6-E7F7-442D-9B72-A176BE7C6436}"/>
              </a:ext>
            </a:extLst>
          </p:cNvPr>
          <p:cNvSpPr txBox="1"/>
          <p:nvPr/>
        </p:nvSpPr>
        <p:spPr>
          <a:xfrm>
            <a:off x="4352929" y="3186641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</a:p>
        </p:txBody>
      </p:sp>
      <p:graphicFrame>
        <p:nvGraphicFramePr>
          <p:cNvPr id="16" name="对象 15">
            <a:hlinkClick r:id="" action="ppaction://ole?verb=0"/>
            <a:extLst>
              <a:ext uri="{FF2B5EF4-FFF2-40B4-BE49-F238E27FC236}">
                <a16:creationId xmlns:a16="http://schemas.microsoft.com/office/drawing/2014/main" id="{BE456146-9BE1-4918-9890-D8DB1E3FA3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408621"/>
              </p:ext>
            </p:extLst>
          </p:nvPr>
        </p:nvGraphicFramePr>
        <p:xfrm>
          <a:off x="5560157" y="3093898"/>
          <a:ext cx="1071693" cy="66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8" imgW="734850" imgH="457161" progId="PowerPoint.ShowMacroEnabled.12">
                  <p:embed/>
                </p:oleObj>
              </mc:Choice>
              <mc:Fallback>
                <p:oleObj name="Presentation" r:id="rId8" imgW="734850" imgH="457161" progId="PowerPoint.ShowMacroEnabled.12">
                  <p:embed/>
                  <p:pic>
                    <p:nvPicPr>
                      <p:cNvPr id="16" name="对象 15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BE456146-9BE1-4918-9890-D8DB1E3FA3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60157" y="3093898"/>
                        <a:ext cx="1071693" cy="66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42F4BA95-0F0D-4552-AAFB-567C9F93E2EB}"/>
              </a:ext>
            </a:extLst>
          </p:cNvPr>
          <p:cNvSpPr txBox="1"/>
          <p:nvPr/>
        </p:nvSpPr>
        <p:spPr>
          <a:xfrm>
            <a:off x="4204074" y="4107622"/>
            <a:ext cx="133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</a:p>
        </p:txBody>
      </p:sp>
      <p:graphicFrame>
        <p:nvGraphicFramePr>
          <p:cNvPr id="18" name="对象 17">
            <a:hlinkClick r:id="" action="ppaction://ole?verb=0"/>
            <a:extLst>
              <a:ext uri="{FF2B5EF4-FFF2-40B4-BE49-F238E27FC236}">
                <a16:creationId xmlns:a16="http://schemas.microsoft.com/office/drawing/2014/main" id="{FD9D297F-37A3-4D60-96FC-DF78C2D44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85573"/>
              </p:ext>
            </p:extLst>
          </p:nvPr>
        </p:nvGraphicFramePr>
        <p:xfrm>
          <a:off x="5560157" y="3958980"/>
          <a:ext cx="1071693" cy="66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10" imgW="734850" imgH="457161" progId="PowerPoint.ShowMacroEnabled.12">
                  <p:embed/>
                </p:oleObj>
              </mc:Choice>
              <mc:Fallback>
                <p:oleObj name="Presentation" r:id="rId10" imgW="734850" imgH="457161" progId="PowerPoint.ShowMacroEnabled.12">
                  <p:embed/>
                  <p:pic>
                    <p:nvPicPr>
                      <p:cNvPr id="18" name="对象 17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FD9D297F-37A3-4D60-96FC-DF78C2D447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60157" y="3958980"/>
                        <a:ext cx="1071693" cy="66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C887EB5B-8EC0-4F01-AD04-35603980816B}"/>
              </a:ext>
            </a:extLst>
          </p:cNvPr>
          <p:cNvSpPr txBox="1"/>
          <p:nvPr/>
        </p:nvSpPr>
        <p:spPr>
          <a:xfrm>
            <a:off x="4352925" y="506546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</a:p>
        </p:txBody>
      </p:sp>
      <p:graphicFrame>
        <p:nvGraphicFramePr>
          <p:cNvPr id="19" name="对象 18">
            <a:hlinkClick r:id="" action="ppaction://ole?verb=0"/>
            <a:extLst>
              <a:ext uri="{FF2B5EF4-FFF2-40B4-BE49-F238E27FC236}">
                <a16:creationId xmlns:a16="http://schemas.microsoft.com/office/drawing/2014/main" id="{B2C4491D-5944-4BE0-A8B6-E904CA28D3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883034"/>
              </p:ext>
            </p:extLst>
          </p:nvPr>
        </p:nvGraphicFramePr>
        <p:xfrm>
          <a:off x="5632408" y="5114395"/>
          <a:ext cx="781050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12" imgW="1323001" imgH="457208" progId="PowerPoint.ShowMacroEnabled.12">
                  <p:embed/>
                </p:oleObj>
              </mc:Choice>
              <mc:Fallback>
                <p:oleObj name="Presentation" r:id="rId12" imgW="1323001" imgH="457208" progId="PowerPoint.ShowMacroEnabled.12">
                  <p:embed/>
                  <p:pic>
                    <p:nvPicPr>
                      <p:cNvPr id="19" name="对象 18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B2C4491D-5944-4BE0-A8B6-E904CA28D3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32408" y="5114395"/>
                        <a:ext cx="781050" cy="27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510D8E4-34B6-4C6D-8F61-49C0D8C90DCF}"/>
              </a:ext>
            </a:extLst>
          </p:cNvPr>
          <p:cNvSpPr txBox="1"/>
          <p:nvPr/>
        </p:nvSpPr>
        <p:spPr>
          <a:xfrm>
            <a:off x="4285699" y="31643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>
            <a:hlinkClick r:id="" action="ppaction://ole?verb=0"/>
            <a:extLst>
              <a:ext uri="{FF2B5EF4-FFF2-40B4-BE49-F238E27FC236}">
                <a16:creationId xmlns:a16="http://schemas.microsoft.com/office/drawing/2014/main" id="{16AEF0D7-D177-47AA-8673-A6FB95420A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554371"/>
              </p:ext>
            </p:extLst>
          </p:nvPr>
        </p:nvGraphicFramePr>
        <p:xfrm>
          <a:off x="5593482" y="395984"/>
          <a:ext cx="26640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14" imgW="457208" imgH="457161" progId="PowerPoint.ShowMacroEnabled.12">
                  <p:embed/>
                </p:oleObj>
              </mc:Choice>
              <mc:Fallback>
                <p:oleObj name="Presentation" r:id="rId14" imgW="457208" imgH="457161" progId="PowerPoint.ShowMacroEnabled.12">
                  <p:embed/>
                  <p:pic>
                    <p:nvPicPr>
                      <p:cNvPr id="8" name="对象 7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5CED52A3-3C4D-47BA-8AD7-9C59350E04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93482" y="395984"/>
                        <a:ext cx="266400" cy="26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27D7CEA6-C16B-4AAF-805F-1401C71A1F93}"/>
              </a:ext>
            </a:extLst>
          </p:cNvPr>
          <p:cNvSpPr txBox="1"/>
          <p:nvPr/>
        </p:nvSpPr>
        <p:spPr>
          <a:xfrm>
            <a:off x="1043668" y="670647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Embedding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对象 23">
            <a:hlinkClick r:id="" action="ppaction://ole?verb=0"/>
            <a:extLst>
              <a:ext uri="{FF2B5EF4-FFF2-40B4-BE49-F238E27FC236}">
                <a16:creationId xmlns:a16="http://schemas.microsoft.com/office/drawing/2014/main" id="{05FCB99A-0542-4B8E-9AB9-4BEF6BDA81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541527"/>
              </p:ext>
            </p:extLst>
          </p:nvPr>
        </p:nvGraphicFramePr>
        <p:xfrm>
          <a:off x="2013831" y="1035130"/>
          <a:ext cx="26640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16" imgW="457208" imgH="457161" progId="PowerPoint.ShowMacroEnabled.12">
                  <p:embed/>
                </p:oleObj>
              </mc:Choice>
              <mc:Fallback>
                <p:oleObj name="Presentation" r:id="rId16" imgW="457208" imgH="457161" progId="PowerPoint.ShowMacroEnabled.12">
                  <p:embed/>
                  <p:pic>
                    <p:nvPicPr>
                      <p:cNvPr id="8" name="对象 7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5CED52A3-3C4D-47BA-8AD7-9C59350E04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013831" y="1035130"/>
                        <a:ext cx="266400" cy="26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7621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5535632-44E7-4808-BE26-CB5F71F7753B}"/>
              </a:ext>
            </a:extLst>
          </p:cNvPr>
          <p:cNvSpPr/>
          <p:nvPr/>
        </p:nvSpPr>
        <p:spPr>
          <a:xfrm>
            <a:off x="3329333" y="2747865"/>
            <a:ext cx="4644000" cy="1504762"/>
          </a:xfrm>
          <a:prstGeom prst="roundRect">
            <a:avLst/>
          </a:prstGeom>
          <a:solidFill>
            <a:srgbClr val="F8F5F9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4DDFB5-337E-4BBA-8BB4-02FF2A233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333" y="633215"/>
            <a:ext cx="5533333" cy="1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5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9D2A135-4A48-4F50-ABCC-8672E8C0A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2775" y="0"/>
            <a:ext cx="1419225" cy="2404649"/>
          </a:xfrm>
          <a:prstGeom prst="rect">
            <a:avLst/>
          </a:prstGeom>
        </p:spPr>
      </p:pic>
      <p:sp>
        <p:nvSpPr>
          <p:cNvPr id="158" name="文本框 157">
            <a:extLst>
              <a:ext uri="{FF2B5EF4-FFF2-40B4-BE49-F238E27FC236}">
                <a16:creationId xmlns:a16="http://schemas.microsoft.com/office/drawing/2014/main" id="{C9C70F25-AA4C-4BF4-84E0-8E9521A67FE0}"/>
              </a:ext>
            </a:extLst>
          </p:cNvPr>
          <p:cNvSpPr txBox="1"/>
          <p:nvPr/>
        </p:nvSpPr>
        <p:spPr>
          <a:xfrm>
            <a:off x="605892" y="4715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短期轨迹</a:t>
            </a:r>
          </a:p>
        </p:txBody>
      </p:sp>
      <p:graphicFrame>
        <p:nvGraphicFramePr>
          <p:cNvPr id="30" name="对象 29">
            <a:hlinkClick r:id="" action="ppaction://ole?verb=0"/>
            <a:extLst>
              <a:ext uri="{FF2B5EF4-FFF2-40B4-BE49-F238E27FC236}">
                <a16:creationId xmlns:a16="http://schemas.microsoft.com/office/drawing/2014/main" id="{525DE665-76A4-43E8-BB5F-3E8452FBE2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855079"/>
              </p:ext>
            </p:extLst>
          </p:nvPr>
        </p:nvGraphicFramePr>
        <p:xfrm>
          <a:off x="8272495" y="3297177"/>
          <a:ext cx="26640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3" imgW="457161" imgH="457208" progId="PowerPoint.ShowMacroEnabled.12">
                  <p:embed/>
                </p:oleObj>
              </mc:Choice>
              <mc:Fallback>
                <p:oleObj name="Presentation" r:id="rId3" imgW="457161" imgH="457208" progId="PowerPoint.ShowMacroEnabled.12">
                  <p:embed/>
                  <p:pic>
                    <p:nvPicPr>
                      <p:cNvPr id="30" name="对象 29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525DE665-76A4-43E8-BB5F-3E8452FBE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2495" y="3297177"/>
                        <a:ext cx="266400" cy="26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3797209-9D22-464B-8BD3-C237790590CC}"/>
              </a:ext>
            </a:extLst>
          </p:cNvPr>
          <p:cNvCxnSpPr>
            <a:cxnSpLocks/>
            <a:stCxn id="43" idx="3"/>
            <a:endCxn id="30" idx="0"/>
          </p:cNvCxnSpPr>
          <p:nvPr/>
        </p:nvCxnSpPr>
        <p:spPr>
          <a:xfrm>
            <a:off x="7758861" y="2777412"/>
            <a:ext cx="646834" cy="51976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2920588-6341-4488-BFFC-72FF2FE161E6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7758865" y="3103290"/>
            <a:ext cx="541721" cy="2431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B05F95E-7AF9-4A7C-91BF-AC42BD3AA040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7758861" y="3562292"/>
            <a:ext cx="646834" cy="52019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56038EC-F8A4-48CA-A792-C9609BA30B3E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7758865" y="3510698"/>
            <a:ext cx="539339" cy="24419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3EC6866-86E8-43F1-A84B-765272086520}"/>
              </a:ext>
            </a:extLst>
          </p:cNvPr>
          <p:cNvCxnSpPr>
            <a:cxnSpLocks/>
            <a:stCxn id="46" idx="3"/>
            <a:endCxn id="30" idx="1"/>
          </p:cNvCxnSpPr>
          <p:nvPr/>
        </p:nvCxnSpPr>
        <p:spPr>
          <a:xfrm flipV="1">
            <a:off x="7758861" y="3430381"/>
            <a:ext cx="513634" cy="5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50A084F-7BA4-4E96-BF6C-CD26E80C488D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8538895" y="3429738"/>
            <a:ext cx="266194" cy="64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4B61FE8-50E9-4335-B44B-64DD2361FC01}"/>
              </a:ext>
            </a:extLst>
          </p:cNvPr>
          <p:cNvCxnSpPr>
            <a:cxnSpLocks/>
          </p:cNvCxnSpPr>
          <p:nvPr/>
        </p:nvCxnSpPr>
        <p:spPr>
          <a:xfrm>
            <a:off x="9075657" y="3429734"/>
            <a:ext cx="253494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DAAD0E2-9AF4-4DFB-BD5F-D20C9C11B4E5}"/>
              </a:ext>
            </a:extLst>
          </p:cNvPr>
          <p:cNvCxnSpPr>
            <a:cxnSpLocks/>
          </p:cNvCxnSpPr>
          <p:nvPr/>
        </p:nvCxnSpPr>
        <p:spPr>
          <a:xfrm>
            <a:off x="10400844" y="3429734"/>
            <a:ext cx="253494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36D727A1-F71E-42E9-94DE-11FD879964E8}"/>
                  </a:ext>
                </a:extLst>
              </p:cNvPr>
              <p:cNvSpPr/>
              <p:nvPr/>
            </p:nvSpPr>
            <p:spPr>
              <a:xfrm>
                <a:off x="10231699" y="2799094"/>
                <a:ext cx="534634" cy="396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36D727A1-F71E-42E9-94DE-11FD87996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1699" y="2799094"/>
                <a:ext cx="534634" cy="396519"/>
              </a:xfrm>
              <a:prstGeom prst="rect">
                <a:avLst/>
              </a:prstGeom>
              <a:blipFill>
                <a:blip r:embed="rId46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对象 42">
            <a:hlinkClick r:id="" action="ppaction://ole?verb=0"/>
            <a:extLst>
              <a:ext uri="{FF2B5EF4-FFF2-40B4-BE49-F238E27FC236}">
                <a16:creationId xmlns:a16="http://schemas.microsoft.com/office/drawing/2014/main" id="{5BE31D44-9220-46D1-882F-3A86E25A3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97567"/>
              </p:ext>
            </p:extLst>
          </p:nvPr>
        </p:nvGraphicFramePr>
        <p:xfrm>
          <a:off x="6900028" y="2644856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47" imgW="1477064" imgH="457208" progId="PowerPoint.ShowMacroEnabled.12">
                  <p:embed/>
                </p:oleObj>
              </mc:Choice>
              <mc:Fallback>
                <p:oleObj name="Presentation" r:id="rId47" imgW="1477064" imgH="457208" progId="PowerPoint.ShowMacroEnabled.12">
                  <p:embed/>
                  <p:pic>
                    <p:nvPicPr>
                      <p:cNvPr id="43" name="对象 4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5BE31D44-9220-46D1-882F-3A86E25A34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6900028" y="2644856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hlinkClick r:id="" action="ppaction://ole?verb=0"/>
            <a:extLst>
              <a:ext uri="{FF2B5EF4-FFF2-40B4-BE49-F238E27FC236}">
                <a16:creationId xmlns:a16="http://schemas.microsoft.com/office/drawing/2014/main" id="{BB2DD82C-7B5D-42C2-8B11-89E154FD72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572064"/>
              </p:ext>
            </p:extLst>
          </p:nvPr>
        </p:nvGraphicFramePr>
        <p:xfrm>
          <a:off x="6900028" y="2970738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49" imgW="1476912" imgH="457161" progId="PowerPoint.ShowMacroEnabled.12">
                  <p:embed/>
                </p:oleObj>
              </mc:Choice>
              <mc:Fallback>
                <p:oleObj name="Presentation" r:id="rId49" imgW="1476912" imgH="457161" progId="PowerPoint.ShowMacroEnabled.12">
                  <p:embed/>
                  <p:pic>
                    <p:nvPicPr>
                      <p:cNvPr id="44" name="对象 4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BB2DD82C-7B5D-42C2-8B11-89E154FD7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6900028" y="2970738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hlinkClick r:id="" action="ppaction://ole?verb=0"/>
            <a:extLst>
              <a:ext uri="{FF2B5EF4-FFF2-40B4-BE49-F238E27FC236}">
                <a16:creationId xmlns:a16="http://schemas.microsoft.com/office/drawing/2014/main" id="{62E94BCE-6031-45A9-8953-60E3ADA80E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106079"/>
              </p:ext>
            </p:extLst>
          </p:nvPr>
        </p:nvGraphicFramePr>
        <p:xfrm>
          <a:off x="6900028" y="3298338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1" imgW="1477064" imgH="457208" progId="PowerPoint.ShowMacroEnabled.12">
                  <p:embed/>
                </p:oleObj>
              </mc:Choice>
              <mc:Fallback>
                <p:oleObj name="Presentation" r:id="rId51" imgW="1477064" imgH="457208" progId="PowerPoint.ShowMacroEnabled.12">
                  <p:embed/>
                  <p:pic>
                    <p:nvPicPr>
                      <p:cNvPr id="46" name="对象 45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62E94BCE-6031-45A9-8953-60E3ADA80E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6900028" y="3298338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hlinkClick r:id="" action="ppaction://ole?verb=0"/>
            <a:extLst>
              <a:ext uri="{FF2B5EF4-FFF2-40B4-BE49-F238E27FC236}">
                <a16:creationId xmlns:a16="http://schemas.microsoft.com/office/drawing/2014/main" id="{DAAE12F6-A296-4C95-854A-23B341582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002559"/>
              </p:ext>
            </p:extLst>
          </p:nvPr>
        </p:nvGraphicFramePr>
        <p:xfrm>
          <a:off x="6900028" y="3622338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49" imgW="1477064" imgH="457208" progId="PowerPoint.ShowMacroEnabled.12">
                  <p:embed/>
                </p:oleObj>
              </mc:Choice>
              <mc:Fallback>
                <p:oleObj name="Presentation" r:id="rId49" imgW="1477064" imgH="457208" progId="PowerPoint.ShowMacroEnabled.12">
                  <p:embed/>
                  <p:pic>
                    <p:nvPicPr>
                      <p:cNvPr id="48" name="对象 47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DAAE12F6-A296-4C95-854A-23B3415823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6900028" y="3622338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0"/>
            <a:extLst>
              <a:ext uri="{FF2B5EF4-FFF2-40B4-BE49-F238E27FC236}">
                <a16:creationId xmlns:a16="http://schemas.microsoft.com/office/drawing/2014/main" id="{0342A3A0-D7AA-4F65-9DC6-1F931B7DFF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000898"/>
              </p:ext>
            </p:extLst>
          </p:nvPr>
        </p:nvGraphicFramePr>
        <p:xfrm>
          <a:off x="6900028" y="3949938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1" imgW="1476912" imgH="457161" progId="PowerPoint.ShowMacroEnabled.12">
                  <p:embed/>
                </p:oleObj>
              </mc:Choice>
              <mc:Fallback>
                <p:oleObj name="Presentation" r:id="rId51" imgW="1476912" imgH="457161" progId="PowerPoint.ShowMacroEnabled.12">
                  <p:embed/>
                  <p:pic>
                    <p:nvPicPr>
                      <p:cNvPr id="50" name="对象 49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0342A3A0-D7AA-4F65-9DC6-1F931B7DFF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6900028" y="3949938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503BB88A-A16E-4BA6-A811-2F8B0B4EA598}"/>
                  </a:ext>
                </a:extLst>
              </p:cNvPr>
              <p:cNvSpPr/>
              <p:nvPr/>
            </p:nvSpPr>
            <p:spPr>
              <a:xfrm>
                <a:off x="6558024" y="2920334"/>
                <a:ext cx="3321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503BB88A-A16E-4BA6-A811-2F8B0B4EA5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024" y="2920334"/>
                <a:ext cx="332142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873D0D6B-3E1D-4B2B-9B40-804F2ED8A282}"/>
                  </a:ext>
                </a:extLst>
              </p:cNvPr>
              <p:cNvSpPr/>
              <p:nvPr/>
            </p:nvSpPr>
            <p:spPr>
              <a:xfrm>
                <a:off x="6558024" y="324433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873D0D6B-3E1D-4B2B-9B40-804F2ED8A2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024" y="3244334"/>
                <a:ext cx="364202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85CB72F8-9356-42E8-9968-3CCCE5289425}"/>
                  </a:ext>
                </a:extLst>
              </p:cNvPr>
              <p:cNvSpPr/>
              <p:nvPr/>
            </p:nvSpPr>
            <p:spPr>
              <a:xfrm>
                <a:off x="6558024" y="2592734"/>
                <a:ext cx="396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85CB72F8-9356-42E8-9968-3CCCE52894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024" y="2592734"/>
                <a:ext cx="396262" cy="369332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F2B0E390-6DD5-4870-BAD5-9DAD58A73C20}"/>
                  </a:ext>
                </a:extLst>
              </p:cNvPr>
              <p:cNvSpPr/>
              <p:nvPr/>
            </p:nvSpPr>
            <p:spPr>
              <a:xfrm>
                <a:off x="6558024" y="3895934"/>
                <a:ext cx="3433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F2B0E390-6DD5-4870-BAD5-9DAD58A73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024" y="3895934"/>
                <a:ext cx="343364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A2198E9B-F83F-4455-8C58-F21271FE467B}"/>
                  </a:ext>
                </a:extLst>
              </p:cNvPr>
              <p:cNvSpPr/>
              <p:nvPr/>
            </p:nvSpPr>
            <p:spPr>
              <a:xfrm>
                <a:off x="6558024" y="3571934"/>
                <a:ext cx="396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A2198E9B-F83F-4455-8C58-F21271FE46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024" y="3571934"/>
                <a:ext cx="396262" cy="369332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703D1706-B6A1-3E1C-FE9D-8525CC2917B9}"/>
              </a:ext>
            </a:extLst>
          </p:cNvPr>
          <p:cNvGrpSpPr/>
          <p:nvPr/>
        </p:nvGrpSpPr>
        <p:grpSpPr>
          <a:xfrm>
            <a:off x="889200" y="2325600"/>
            <a:ext cx="4670146" cy="2214000"/>
            <a:chOff x="889200" y="2325600"/>
            <a:chExt cx="4670146" cy="2214000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944C5682-2C45-459F-9650-0C14B494C2E1}"/>
                </a:ext>
              </a:extLst>
            </p:cNvPr>
            <p:cNvSpPr/>
            <p:nvPr/>
          </p:nvSpPr>
          <p:spPr>
            <a:xfrm>
              <a:off x="915346" y="2325600"/>
              <a:ext cx="4644000" cy="2214000"/>
            </a:xfrm>
            <a:prstGeom prst="roundRect">
              <a:avLst/>
            </a:prstGeom>
            <a:solidFill>
              <a:srgbClr val="F8F5F9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63" name="对象 62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6CF5542E-81C9-401B-B7D1-950B3364B28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39317960"/>
                    </p:ext>
                  </p:extLst>
                </p:nvPr>
              </p:nvGraphicFramePr>
              <p:xfrm>
                <a:off x="2603671" y="3296443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" imgW="457161" imgH="457208" progId="PowerPoint.ShowMacroEnabled.12">
                        <p:embed/>
                      </p:oleObj>
                    </mc:Choice>
                    <mc:Fallback>
                      <p:oleObj name="Presentation" r:id="rId3" imgW="457161" imgH="457208" progId="PowerPoint.ShowMacroEnabled.12">
                        <p:embed/>
                        <p:pic>
                          <p:nvPicPr>
                            <p:cNvPr id="63" name="对象 62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6CF5542E-81C9-401B-B7D1-950B3364B28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03671" y="3296443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63" name="对象 62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6CF5542E-81C9-401B-B7D1-950B3364B28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39317960"/>
                    </p:ext>
                  </p:extLst>
                </p:nvPr>
              </p:nvGraphicFramePr>
              <p:xfrm>
                <a:off x="2603671" y="3296443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" imgW="457161" imgH="457208" progId="PowerPoint.ShowMacroEnabled.12">
                        <p:embed/>
                      </p:oleObj>
                    </mc:Choice>
                    <mc:Fallback>
                      <p:oleObj name="Presentation" r:id="rId3" imgW="457161" imgH="457208" progId="PowerPoint.ShowMacroEnabled.12">
                        <p:embed/>
                        <p:pic>
                          <p:nvPicPr>
                            <p:cNvPr id="63" name="对象 62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6CF5542E-81C9-401B-B7D1-950B3364B28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03671" y="3296443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8CD48527-08BD-4230-94B6-6B53246C683A}"/>
                </a:ext>
              </a:extLst>
            </p:cNvPr>
            <p:cNvCxnSpPr>
              <a:cxnSpLocks/>
              <a:stCxn id="174" idx="3"/>
              <a:endCxn id="63" idx="0"/>
            </p:cNvCxnSpPr>
            <p:nvPr/>
          </p:nvCxnSpPr>
          <p:spPr>
            <a:xfrm>
              <a:off x="2090037" y="2739730"/>
              <a:ext cx="646834" cy="55671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9B6A20E3-D338-4888-A67D-1FA989B91AD5}"/>
                </a:ext>
              </a:extLst>
            </p:cNvPr>
            <p:cNvCxnSpPr>
              <a:cxnSpLocks/>
              <a:stCxn id="175" idx="3"/>
            </p:cNvCxnSpPr>
            <p:nvPr/>
          </p:nvCxnSpPr>
          <p:spPr>
            <a:xfrm>
              <a:off x="2090037" y="3084084"/>
              <a:ext cx="541721" cy="24310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E042FBDD-6799-4A74-87C2-78F827E92908}"/>
                </a:ext>
              </a:extLst>
            </p:cNvPr>
            <p:cNvCxnSpPr>
              <a:cxnSpLocks/>
              <a:stCxn id="178" idx="3"/>
              <a:endCxn id="63" idx="2"/>
            </p:cNvCxnSpPr>
            <p:nvPr/>
          </p:nvCxnSpPr>
          <p:spPr>
            <a:xfrm flipV="1">
              <a:off x="2090037" y="3562843"/>
              <a:ext cx="646834" cy="55585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87B72396-6252-47EB-B144-E3AED3105589}"/>
                </a:ext>
              </a:extLst>
            </p:cNvPr>
            <p:cNvCxnSpPr>
              <a:cxnSpLocks/>
              <a:stCxn id="177" idx="3"/>
            </p:cNvCxnSpPr>
            <p:nvPr/>
          </p:nvCxnSpPr>
          <p:spPr>
            <a:xfrm flipV="1">
              <a:off x="2090037" y="3528436"/>
              <a:ext cx="539339" cy="24419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AF9EFD6E-1612-41FA-A40D-6759B748EDC0}"/>
                </a:ext>
              </a:extLst>
            </p:cNvPr>
            <p:cNvCxnSpPr>
              <a:cxnSpLocks/>
              <a:stCxn id="176" idx="3"/>
              <a:endCxn id="63" idx="1"/>
            </p:cNvCxnSpPr>
            <p:nvPr/>
          </p:nvCxnSpPr>
          <p:spPr>
            <a:xfrm flipV="1">
              <a:off x="2090037" y="3429643"/>
              <a:ext cx="513634" cy="51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86" name="对象 8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31EBA3F6-7EA7-4FC8-8735-B486C04B6F0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22732309"/>
                    </p:ext>
                  </p:extLst>
                </p:nvPr>
              </p:nvGraphicFramePr>
              <p:xfrm>
                <a:off x="3136265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59" imgW="457208" imgH="1447975" progId="PowerPoint.ShowMacroEnabled.12">
                        <p:embed/>
                      </p:oleObj>
                    </mc:Choice>
                    <mc:Fallback>
                      <p:oleObj name="Presentation" r:id="rId59" imgW="457208" imgH="1447975" progId="PowerPoint.ShowMacroEnabled.12">
                        <p:embed/>
                        <p:pic>
                          <p:nvPicPr>
                            <p:cNvPr id="86" name="对象 8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31EBA3F6-7EA7-4FC8-8735-B486C04B6F0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36265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86" name="对象 8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31EBA3F6-7EA7-4FC8-8735-B486C04B6F0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22732309"/>
                    </p:ext>
                  </p:extLst>
                </p:nvPr>
              </p:nvGraphicFramePr>
              <p:xfrm>
                <a:off x="3136265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59" imgW="457208" imgH="1447975" progId="PowerPoint.ShowMacroEnabled.12">
                        <p:embed/>
                      </p:oleObj>
                    </mc:Choice>
                    <mc:Fallback>
                      <p:oleObj name="Presentation" r:id="rId59" imgW="457208" imgH="1447975" progId="PowerPoint.ShowMacroEnabled.12">
                        <p:embed/>
                        <p:pic>
                          <p:nvPicPr>
                            <p:cNvPr id="86" name="对象 8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31EBA3F6-7EA7-4FC8-8735-B486C04B6F0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36265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4C56807D-3FBE-4728-9421-786A5E5A4168}"/>
                </a:ext>
              </a:extLst>
            </p:cNvPr>
            <p:cNvCxnSpPr>
              <a:cxnSpLocks/>
              <a:stCxn id="63" idx="3"/>
              <a:endCxn id="86" idx="1"/>
            </p:cNvCxnSpPr>
            <p:nvPr/>
          </p:nvCxnSpPr>
          <p:spPr>
            <a:xfrm flipV="1">
              <a:off x="2870071" y="3429000"/>
              <a:ext cx="266194" cy="64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3FA7C4F5-B53B-4BE3-8141-B592A977ADAB}"/>
                </a:ext>
              </a:extLst>
            </p:cNvPr>
            <p:cNvCxnSpPr>
              <a:cxnSpLocks/>
              <a:stCxn id="86" idx="3"/>
            </p:cNvCxnSpPr>
            <p:nvPr/>
          </p:nvCxnSpPr>
          <p:spPr>
            <a:xfrm>
              <a:off x="3406833" y="3429000"/>
              <a:ext cx="253494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38" name="对象 13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C7C52DE-357A-47A0-B0BD-553A6EC2807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55432202"/>
                    </p:ext>
                  </p:extLst>
                </p:nvPr>
              </p:nvGraphicFramePr>
              <p:xfrm>
                <a:off x="4985514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1" imgW="457208" imgH="1447975" progId="PowerPoint.ShowMacroEnabled.12">
                        <p:embed/>
                      </p:oleObj>
                    </mc:Choice>
                    <mc:Fallback>
                      <p:oleObj name="Presentation" r:id="rId61" imgW="457208" imgH="1447975" progId="PowerPoint.ShowMacroEnabled.12">
                        <p:embed/>
                        <p:pic>
                          <p:nvPicPr>
                            <p:cNvPr id="138" name="对象 13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CC7C52DE-357A-47A0-B0BD-553A6EC2807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85514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38" name="对象 13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C7C52DE-357A-47A0-B0BD-553A6EC2807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55432202"/>
                    </p:ext>
                  </p:extLst>
                </p:nvPr>
              </p:nvGraphicFramePr>
              <p:xfrm>
                <a:off x="4985514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1" imgW="457208" imgH="1447975" progId="PowerPoint.ShowMacroEnabled.12">
                        <p:embed/>
                      </p:oleObj>
                    </mc:Choice>
                    <mc:Fallback>
                      <p:oleObj name="Presentation" r:id="rId61" imgW="457208" imgH="1447975" progId="PowerPoint.ShowMacroEnabled.12">
                        <p:embed/>
                        <p:pic>
                          <p:nvPicPr>
                            <p:cNvPr id="138" name="对象 13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CC7C52DE-357A-47A0-B0BD-553A6EC2807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85514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65F7AE5E-CABD-46A3-B985-84BE46CA01FC}"/>
                </a:ext>
              </a:extLst>
            </p:cNvPr>
            <p:cNvCxnSpPr>
              <a:cxnSpLocks/>
              <a:endCxn id="138" idx="1"/>
            </p:cNvCxnSpPr>
            <p:nvPr/>
          </p:nvCxnSpPr>
          <p:spPr>
            <a:xfrm>
              <a:off x="4732020" y="3429000"/>
              <a:ext cx="253494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7" name="矩形 156">
                  <a:extLst>
                    <a:ext uri="{FF2B5EF4-FFF2-40B4-BE49-F238E27FC236}">
                      <a16:creationId xmlns:a16="http://schemas.microsoft.com/office/drawing/2014/main" id="{29074FC5-DFC7-41CD-9254-7BA43F09861A}"/>
                    </a:ext>
                  </a:extLst>
                </p:cNvPr>
                <p:cNvSpPr/>
                <p:nvPr/>
              </p:nvSpPr>
              <p:spPr>
                <a:xfrm>
                  <a:off x="4562875" y="2798356"/>
                  <a:ext cx="534634" cy="39651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7" name="矩形 156">
                  <a:extLst>
                    <a:ext uri="{FF2B5EF4-FFF2-40B4-BE49-F238E27FC236}">
                      <a16:creationId xmlns:a16="http://schemas.microsoft.com/office/drawing/2014/main" id="{29074FC5-DFC7-41CD-9254-7BA43F0986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875" y="2798356"/>
                  <a:ext cx="534634" cy="396519"/>
                </a:xfrm>
                <a:prstGeom prst="rect">
                  <a:avLst/>
                </a:prstGeom>
                <a:blipFill>
                  <a:blip r:embed="rId63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74" name="对象 173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92420AA6-AF7D-49B4-A6F7-0CEB9643B44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87663847"/>
                    </p:ext>
                  </p:extLst>
                </p:nvPr>
              </p:nvGraphicFramePr>
              <p:xfrm>
                <a:off x="1231200" y="260717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4" imgW="1477064" imgH="457208" progId="PowerPoint.ShowMacroEnabled.12">
                        <p:embed/>
                      </p:oleObj>
                    </mc:Choice>
                    <mc:Fallback>
                      <p:oleObj name="Presentation" r:id="rId64" imgW="1477064" imgH="457208" progId="PowerPoint.ShowMacroEnabled.12">
                        <p:embed/>
                        <p:pic>
                          <p:nvPicPr>
                            <p:cNvPr id="174" name="对象 173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2420AA6-AF7D-49B4-A6F7-0CEB9643B44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260717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74" name="对象 173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92420AA6-AF7D-49B4-A6F7-0CEB9643B44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87663847"/>
                    </p:ext>
                  </p:extLst>
                </p:nvPr>
              </p:nvGraphicFramePr>
              <p:xfrm>
                <a:off x="1231200" y="260717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4" imgW="1477064" imgH="457208" progId="PowerPoint.ShowMacroEnabled.12">
                        <p:embed/>
                      </p:oleObj>
                    </mc:Choice>
                    <mc:Fallback>
                      <p:oleObj name="Presentation" r:id="rId64" imgW="1477064" imgH="457208" progId="PowerPoint.ShowMacroEnabled.12">
                        <p:embed/>
                        <p:pic>
                          <p:nvPicPr>
                            <p:cNvPr id="174" name="对象 173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2420AA6-AF7D-49B4-A6F7-0CEB9643B44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260717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75" name="对象 174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81EB348F-100B-4985-A2B5-80D6EB88AFF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9788890"/>
                    </p:ext>
                  </p:extLst>
                </p:nvPr>
              </p:nvGraphicFramePr>
              <p:xfrm>
                <a:off x="1231200" y="2951528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6" imgW="1476912" imgH="457161" progId="PowerPoint.ShowMacroEnabled.12">
                        <p:embed/>
                      </p:oleObj>
                    </mc:Choice>
                    <mc:Fallback>
                      <p:oleObj name="Presentation" r:id="rId66" imgW="1476912" imgH="457161" progId="PowerPoint.ShowMacroEnabled.12">
                        <p:embed/>
                        <p:pic>
                          <p:nvPicPr>
                            <p:cNvPr id="175" name="对象 174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81EB348F-100B-4985-A2B5-80D6EB88AFF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2951528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75" name="对象 174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81EB348F-100B-4985-A2B5-80D6EB88AFF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9788890"/>
                    </p:ext>
                  </p:extLst>
                </p:nvPr>
              </p:nvGraphicFramePr>
              <p:xfrm>
                <a:off x="1231200" y="2951528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6" imgW="1476912" imgH="457161" progId="PowerPoint.ShowMacroEnabled.12">
                        <p:embed/>
                      </p:oleObj>
                    </mc:Choice>
                    <mc:Fallback>
                      <p:oleObj name="Presentation" r:id="rId66" imgW="1476912" imgH="457161" progId="PowerPoint.ShowMacroEnabled.12">
                        <p:embed/>
                        <p:pic>
                          <p:nvPicPr>
                            <p:cNvPr id="175" name="对象 174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81EB348F-100B-4985-A2B5-80D6EB88AFF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2951528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76" name="对象 17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1647CF1-15A8-4F2A-A11C-ADF63A95C78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39084326"/>
                    </p:ext>
                  </p:extLst>
                </p:nvPr>
              </p:nvGraphicFramePr>
              <p:xfrm>
                <a:off x="1231200" y="3297600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7" imgW="1477064" imgH="457208" progId="PowerPoint.ShowMacroEnabled.12">
                        <p:embed/>
                      </p:oleObj>
                    </mc:Choice>
                    <mc:Fallback>
                      <p:oleObj name="Presentation" r:id="rId47" imgW="1477064" imgH="457208" progId="PowerPoint.ShowMacroEnabled.12">
                        <p:embed/>
                        <p:pic>
                          <p:nvPicPr>
                            <p:cNvPr id="176" name="对象 17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E1647CF1-15A8-4F2A-A11C-ADF63A95C78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297600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76" name="对象 17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1647CF1-15A8-4F2A-A11C-ADF63A95C78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39084326"/>
                    </p:ext>
                  </p:extLst>
                </p:nvPr>
              </p:nvGraphicFramePr>
              <p:xfrm>
                <a:off x="1231200" y="3297600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7" imgW="1477064" imgH="457208" progId="PowerPoint.ShowMacroEnabled.12">
                        <p:embed/>
                      </p:oleObj>
                    </mc:Choice>
                    <mc:Fallback>
                      <p:oleObj name="Presentation" r:id="rId47" imgW="1477064" imgH="457208" progId="PowerPoint.ShowMacroEnabled.12">
                        <p:embed/>
                        <p:pic>
                          <p:nvPicPr>
                            <p:cNvPr id="176" name="对象 17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E1647CF1-15A8-4F2A-A11C-ADF63A95C78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297600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77" name="对象 17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4E54E1F7-DFEA-49E5-926B-381349DBA13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649316044"/>
                    </p:ext>
                  </p:extLst>
                </p:nvPr>
              </p:nvGraphicFramePr>
              <p:xfrm>
                <a:off x="1231200" y="3640072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9" imgW="1477064" imgH="457208" progId="PowerPoint.ShowMacroEnabled.12">
                        <p:embed/>
                      </p:oleObj>
                    </mc:Choice>
                    <mc:Fallback>
                      <p:oleObj name="Presentation" r:id="rId49" imgW="1477064" imgH="457208" progId="PowerPoint.ShowMacroEnabled.12">
                        <p:embed/>
                        <p:pic>
                          <p:nvPicPr>
                            <p:cNvPr id="177" name="对象 176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4E54E1F7-DFEA-49E5-926B-381349DBA13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640072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77" name="对象 17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4E54E1F7-DFEA-49E5-926B-381349DBA13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649316044"/>
                    </p:ext>
                  </p:extLst>
                </p:nvPr>
              </p:nvGraphicFramePr>
              <p:xfrm>
                <a:off x="1231200" y="3640072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9" imgW="1477064" imgH="457208" progId="PowerPoint.ShowMacroEnabled.12">
                        <p:embed/>
                      </p:oleObj>
                    </mc:Choice>
                    <mc:Fallback>
                      <p:oleObj name="Presentation" r:id="rId49" imgW="1477064" imgH="457208" progId="PowerPoint.ShowMacroEnabled.12">
                        <p:embed/>
                        <p:pic>
                          <p:nvPicPr>
                            <p:cNvPr id="177" name="对象 176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4E54E1F7-DFEA-49E5-926B-381349DBA13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640072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78" name="对象 17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9179FAB8-9A39-49FF-965A-8F562E23003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23788208"/>
                    </p:ext>
                  </p:extLst>
                </p:nvPr>
              </p:nvGraphicFramePr>
              <p:xfrm>
                <a:off x="1231200" y="398614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51" imgW="1476912" imgH="457161" progId="PowerPoint.ShowMacroEnabled.12">
                        <p:embed/>
                      </p:oleObj>
                    </mc:Choice>
                    <mc:Fallback>
                      <p:oleObj name="Presentation" r:id="rId51" imgW="1476912" imgH="457161" progId="PowerPoint.ShowMacroEnabled.12">
                        <p:embed/>
                        <p:pic>
                          <p:nvPicPr>
                            <p:cNvPr id="178" name="对象 17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179FAB8-9A39-49FF-965A-8F562E23003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98614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78" name="对象 17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9179FAB8-9A39-49FF-965A-8F562E23003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23788208"/>
                    </p:ext>
                  </p:extLst>
                </p:nvPr>
              </p:nvGraphicFramePr>
              <p:xfrm>
                <a:off x="1231200" y="398614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51" imgW="1476912" imgH="457161" progId="PowerPoint.ShowMacroEnabled.12">
                        <p:embed/>
                      </p:oleObj>
                    </mc:Choice>
                    <mc:Fallback>
                      <p:oleObj name="Presentation" r:id="rId51" imgW="1476912" imgH="457161" progId="PowerPoint.ShowMacroEnabled.12">
                        <p:embed/>
                        <p:pic>
                          <p:nvPicPr>
                            <p:cNvPr id="178" name="对象 17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179FAB8-9A39-49FF-965A-8F562E23003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98614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1" name="矩形 180">
                  <a:extLst>
                    <a:ext uri="{FF2B5EF4-FFF2-40B4-BE49-F238E27FC236}">
                      <a16:creationId xmlns:a16="http://schemas.microsoft.com/office/drawing/2014/main" id="{EC7278CF-BC76-4637-BA1F-132E9BBC66DA}"/>
                    </a:ext>
                  </a:extLst>
                </p:cNvPr>
                <p:cNvSpPr/>
                <p:nvPr/>
              </p:nvSpPr>
              <p:spPr>
                <a:xfrm>
                  <a:off x="889200" y="2901128"/>
                  <a:ext cx="33214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𝒍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81" name="矩形 180">
                  <a:extLst>
                    <a:ext uri="{FF2B5EF4-FFF2-40B4-BE49-F238E27FC236}">
                      <a16:creationId xmlns:a16="http://schemas.microsoft.com/office/drawing/2014/main" id="{EC7278CF-BC76-4637-BA1F-132E9BBC66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2901128"/>
                  <a:ext cx="332142" cy="36933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矩形 181">
                  <a:extLst>
                    <a:ext uri="{FF2B5EF4-FFF2-40B4-BE49-F238E27FC236}">
                      <a16:creationId xmlns:a16="http://schemas.microsoft.com/office/drawing/2014/main" id="{6BA6F8A0-3C2C-45FF-90C1-F016DEA25F86}"/>
                    </a:ext>
                  </a:extLst>
                </p:cNvPr>
                <p:cNvSpPr/>
                <p:nvPr/>
              </p:nvSpPr>
              <p:spPr>
                <a:xfrm>
                  <a:off x="889200" y="3243600"/>
                  <a:ext cx="36420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82" name="矩形 181">
                  <a:extLst>
                    <a:ext uri="{FF2B5EF4-FFF2-40B4-BE49-F238E27FC236}">
                      <a16:creationId xmlns:a16="http://schemas.microsoft.com/office/drawing/2014/main" id="{6BA6F8A0-3C2C-45FF-90C1-F016DEA25F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243600"/>
                  <a:ext cx="364202" cy="36933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3" name="矩形 182">
                  <a:extLst>
                    <a:ext uri="{FF2B5EF4-FFF2-40B4-BE49-F238E27FC236}">
                      <a16:creationId xmlns:a16="http://schemas.microsoft.com/office/drawing/2014/main" id="{CE27EE50-DB20-4532-A4B3-52D522D2A0E1}"/>
                    </a:ext>
                  </a:extLst>
                </p:cNvPr>
                <p:cNvSpPr/>
                <p:nvPr/>
              </p:nvSpPr>
              <p:spPr>
                <a:xfrm>
                  <a:off x="889200" y="2555056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83" name="矩形 182">
                  <a:extLst>
                    <a:ext uri="{FF2B5EF4-FFF2-40B4-BE49-F238E27FC236}">
                      <a16:creationId xmlns:a16="http://schemas.microsoft.com/office/drawing/2014/main" id="{CE27EE50-DB20-4532-A4B3-52D522D2A0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2555056"/>
                  <a:ext cx="396262" cy="369332"/>
                </a:xfrm>
                <a:prstGeom prst="rect">
                  <a:avLst/>
                </a:prstGeom>
                <a:blipFill>
                  <a:blip r:embed="rId6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05C6BD0C-19A6-413B-935F-0398FBAD701D}"/>
                    </a:ext>
                  </a:extLst>
                </p:cNvPr>
                <p:cNvSpPr/>
                <p:nvPr/>
              </p:nvSpPr>
              <p:spPr>
                <a:xfrm>
                  <a:off x="889200" y="3932144"/>
                  <a:ext cx="34336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05C6BD0C-19A6-413B-935F-0398FBAD70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932144"/>
                  <a:ext cx="343364" cy="369332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D3FC7737-3C73-4D96-A6B3-66F125FBCE53}"/>
                    </a:ext>
                  </a:extLst>
                </p:cNvPr>
                <p:cNvSpPr/>
                <p:nvPr/>
              </p:nvSpPr>
              <p:spPr>
                <a:xfrm>
                  <a:off x="889200" y="3589672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D3FC7737-3C73-4D96-A6B3-66F125FBCE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589672"/>
                  <a:ext cx="396262" cy="369332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3" name="对象 2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2581DD8B-B65E-AEFB-A406-F95201A8E8D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18082244"/>
                    </p:ext>
                  </p:extLst>
                </p:nvPr>
              </p:nvGraphicFramePr>
              <p:xfrm>
                <a:off x="3660331" y="3095692"/>
                <a:ext cx="1071693" cy="6666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72" imgW="641749" imgH="400958" progId="PowerPoint.ShowMacroEnabled.12">
                        <p:embed/>
                      </p:oleObj>
                    </mc:Choice>
                    <mc:Fallback>
                      <p:oleObj name="Presentation" r:id="rId72" imgW="641749" imgH="400958" progId="PowerPoint.ShowMacroEnabled.12">
                        <p:embed/>
                        <p:pic>
                          <p:nvPicPr>
                            <p:cNvPr id="122" name="对象 12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1A43032E-A782-473D-81EA-06B67F10E71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0331" y="3095692"/>
                              <a:ext cx="1071693" cy="6666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3" name="对象 2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2581DD8B-B65E-AEFB-A406-F95201A8E8D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18082244"/>
                    </p:ext>
                  </p:extLst>
                </p:nvPr>
              </p:nvGraphicFramePr>
              <p:xfrm>
                <a:off x="3660331" y="3095692"/>
                <a:ext cx="1071693" cy="6666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72" imgW="641749" imgH="400958" progId="PowerPoint.ShowMacroEnabled.12">
                        <p:embed/>
                      </p:oleObj>
                    </mc:Choice>
                    <mc:Fallback>
                      <p:oleObj name="Presentation" r:id="rId72" imgW="641749" imgH="400958" progId="PowerPoint.ShowMacroEnabled.12">
                        <p:embed/>
                        <p:pic>
                          <p:nvPicPr>
                            <p:cNvPr id="122" name="对象 12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1A43032E-A782-473D-81EA-06B67F10E71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0331" y="3095692"/>
                              <a:ext cx="1071693" cy="6666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aphicFrame>
        <p:nvGraphicFramePr>
          <p:cNvPr id="4" name="对象 3">
            <a:hlinkClick r:id="" action="ppaction://ole?verb=0"/>
            <a:extLst>
              <a:ext uri="{FF2B5EF4-FFF2-40B4-BE49-F238E27FC236}">
                <a16:creationId xmlns:a16="http://schemas.microsoft.com/office/drawing/2014/main" id="{7003F87C-CAF6-61A0-5369-D44E2D85B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237022"/>
              </p:ext>
            </p:extLst>
          </p:nvPr>
        </p:nvGraphicFramePr>
        <p:xfrm>
          <a:off x="9337546" y="3087251"/>
          <a:ext cx="1071693" cy="66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74" imgW="641749" imgH="400958" progId="PowerPoint.ShowMacroEnabled.12">
                  <p:embed/>
                </p:oleObj>
              </mc:Choice>
              <mc:Fallback>
                <p:oleObj name="Presentation" r:id="rId74" imgW="641749" imgH="400958" progId="PowerPoint.ShowMacroEnabled.12">
                  <p:embed/>
                  <p:pic>
                    <p:nvPicPr>
                      <p:cNvPr id="3" name="对象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2581DD8B-B65E-AEFB-A406-F95201A8E8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9337546" y="3087251"/>
                        <a:ext cx="1071693" cy="66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  <a:extLst>
              <a:ext uri="{FF2B5EF4-FFF2-40B4-BE49-F238E27FC236}">
                <a16:creationId xmlns:a16="http://schemas.microsoft.com/office/drawing/2014/main" id="{54192118-9852-685B-CEFA-BD869A4BD0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877098"/>
              </p:ext>
            </p:extLst>
          </p:nvPr>
        </p:nvGraphicFramePr>
        <p:xfrm>
          <a:off x="8792355" y="3008314"/>
          <a:ext cx="270568" cy="85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9" imgW="457208" imgH="1447975" progId="PowerPoint.ShowMacroEnabled.12">
                  <p:embed/>
                </p:oleObj>
              </mc:Choice>
              <mc:Fallback>
                <p:oleObj name="Presentation" r:id="rId59" imgW="457208" imgH="1447975" progId="PowerPoint.ShowMacroEnabled.12">
                  <p:embed/>
                  <p:pic>
                    <p:nvPicPr>
                      <p:cNvPr id="86" name="对象 85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31EBA3F6-7EA7-4FC8-8735-B486C04B6F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8792355" y="3008314"/>
                        <a:ext cx="270568" cy="85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  <a:extLst>
              <a:ext uri="{FF2B5EF4-FFF2-40B4-BE49-F238E27FC236}">
                <a16:creationId xmlns:a16="http://schemas.microsoft.com/office/drawing/2014/main" id="{E9D7E01E-B8A1-3251-F4E6-12C23EE5F2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282019"/>
              </p:ext>
            </p:extLst>
          </p:nvPr>
        </p:nvGraphicFramePr>
        <p:xfrm>
          <a:off x="10683862" y="2996615"/>
          <a:ext cx="270568" cy="85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61" imgW="457208" imgH="1447975" progId="PowerPoint.ShowMacroEnabled.12">
                  <p:embed/>
                </p:oleObj>
              </mc:Choice>
              <mc:Fallback>
                <p:oleObj name="Presentation" r:id="rId61" imgW="457208" imgH="1447975" progId="PowerPoint.ShowMacroEnabled.12">
                  <p:embed/>
                  <p:pic>
                    <p:nvPicPr>
                      <p:cNvPr id="138" name="对象 137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CC7C52DE-357A-47A0-B0BD-553A6EC28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10683862" y="2996615"/>
                        <a:ext cx="270568" cy="85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9385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对象 62">
            <a:hlinkClick r:id="" action="ppaction://ole?verb=0"/>
            <a:extLst>
              <a:ext uri="{FF2B5EF4-FFF2-40B4-BE49-F238E27FC236}">
                <a16:creationId xmlns:a16="http://schemas.microsoft.com/office/drawing/2014/main" id="{6CF5542E-81C9-401B-B7D1-950B3364B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322245"/>
              </p:ext>
            </p:extLst>
          </p:nvPr>
        </p:nvGraphicFramePr>
        <p:xfrm>
          <a:off x="8394871" y="3296443"/>
          <a:ext cx="26640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457161" imgH="457208" progId="PowerPoint.ShowMacroEnabled.12">
                  <p:embed/>
                </p:oleObj>
              </mc:Choice>
              <mc:Fallback>
                <p:oleObj name="Presentation" r:id="rId2" imgW="457161" imgH="457208" progId="PowerPoint.ShowMacroEnabled.12">
                  <p:embed/>
                  <p:pic>
                    <p:nvPicPr>
                      <p:cNvPr id="63" name="对象 6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6CF5542E-81C9-401B-B7D1-950B3364B2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94871" y="3296443"/>
                        <a:ext cx="266400" cy="26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CD48527-08BD-4230-94B6-6B53246C683A}"/>
              </a:ext>
            </a:extLst>
          </p:cNvPr>
          <p:cNvCxnSpPr>
            <a:cxnSpLocks/>
            <a:stCxn id="40" idx="3"/>
            <a:endCxn id="63" idx="0"/>
          </p:cNvCxnSpPr>
          <p:nvPr/>
        </p:nvCxnSpPr>
        <p:spPr>
          <a:xfrm>
            <a:off x="7881237" y="2778560"/>
            <a:ext cx="646834" cy="51788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B6A20E3-D338-4888-A67D-1FA989B91AD5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7881241" y="3102556"/>
            <a:ext cx="541721" cy="2431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042FBDD-6799-4A74-87C2-78F827E92908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7881237" y="3561556"/>
            <a:ext cx="646834" cy="5202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7B72396-6252-47EB-B144-E3AED3105589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7881241" y="3509964"/>
            <a:ext cx="539339" cy="24419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AF9EFD6E-1612-41FA-A40D-6759B748EDC0}"/>
              </a:ext>
            </a:extLst>
          </p:cNvPr>
          <p:cNvCxnSpPr>
            <a:cxnSpLocks/>
            <a:stCxn id="39" idx="3"/>
            <a:endCxn id="63" idx="1"/>
          </p:cNvCxnSpPr>
          <p:nvPr/>
        </p:nvCxnSpPr>
        <p:spPr>
          <a:xfrm flipV="1">
            <a:off x="7881237" y="3429647"/>
            <a:ext cx="513634" cy="51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32B591F6-EB02-458A-A78E-2B666A45E3B9}"/>
              </a:ext>
            </a:extLst>
          </p:cNvPr>
          <p:cNvSpPr txBox="1"/>
          <p:nvPr/>
        </p:nvSpPr>
        <p:spPr>
          <a:xfrm>
            <a:off x="6826510" y="2213737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6" name="对象 85">
            <a:hlinkClick r:id="" action="ppaction://ole?verb=0"/>
            <a:extLst>
              <a:ext uri="{FF2B5EF4-FFF2-40B4-BE49-F238E27FC236}">
                <a16:creationId xmlns:a16="http://schemas.microsoft.com/office/drawing/2014/main" id="{31EBA3F6-7EA7-4FC8-8735-B486C04B6F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982285"/>
              </p:ext>
            </p:extLst>
          </p:nvPr>
        </p:nvGraphicFramePr>
        <p:xfrm>
          <a:off x="8927465" y="3000600"/>
          <a:ext cx="270568" cy="85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4" imgW="457208" imgH="1447975" progId="PowerPoint.ShowMacroEnabled.12">
                  <p:embed/>
                </p:oleObj>
              </mc:Choice>
              <mc:Fallback>
                <p:oleObj name="Presentation" r:id="rId4" imgW="457208" imgH="1447975" progId="PowerPoint.ShowMacroEnabled.12">
                  <p:embed/>
                  <p:pic>
                    <p:nvPicPr>
                      <p:cNvPr id="86" name="对象 85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31EBA3F6-7EA7-4FC8-8735-B486C04B6F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27465" y="3000600"/>
                        <a:ext cx="270568" cy="85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4C56807D-3FBE-4728-9421-786A5E5A4168}"/>
              </a:ext>
            </a:extLst>
          </p:cNvPr>
          <p:cNvCxnSpPr>
            <a:cxnSpLocks/>
            <a:stCxn id="63" idx="3"/>
            <a:endCxn id="86" idx="1"/>
          </p:cNvCxnSpPr>
          <p:nvPr/>
        </p:nvCxnSpPr>
        <p:spPr>
          <a:xfrm flipV="1">
            <a:off x="8661271" y="3429004"/>
            <a:ext cx="266194" cy="64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3FA7C4F5-B53B-4BE3-8141-B592A977ADAB}"/>
              </a:ext>
            </a:extLst>
          </p:cNvPr>
          <p:cNvCxnSpPr>
            <a:cxnSpLocks/>
            <a:stCxn id="86" idx="3"/>
            <a:endCxn id="25" idx="1"/>
          </p:cNvCxnSpPr>
          <p:nvPr/>
        </p:nvCxnSpPr>
        <p:spPr>
          <a:xfrm>
            <a:off x="9198033" y="3429000"/>
            <a:ext cx="253494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38" name="对象 137">
            <a:hlinkClick r:id="" action="ppaction://ole?verb=0"/>
            <a:extLst>
              <a:ext uri="{FF2B5EF4-FFF2-40B4-BE49-F238E27FC236}">
                <a16:creationId xmlns:a16="http://schemas.microsoft.com/office/drawing/2014/main" id="{CC7C52DE-357A-47A0-B0BD-553A6EC28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434508"/>
              </p:ext>
            </p:extLst>
          </p:nvPr>
        </p:nvGraphicFramePr>
        <p:xfrm>
          <a:off x="10776714" y="3000600"/>
          <a:ext cx="270568" cy="85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6" imgW="457208" imgH="1447975" progId="PowerPoint.ShowMacroEnabled.12">
                  <p:embed/>
                </p:oleObj>
              </mc:Choice>
              <mc:Fallback>
                <p:oleObj name="Presentation" r:id="rId6" imgW="457208" imgH="1447975" progId="PowerPoint.ShowMacroEnabled.12">
                  <p:embed/>
                  <p:pic>
                    <p:nvPicPr>
                      <p:cNvPr id="138" name="对象 137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CC7C52DE-357A-47A0-B0BD-553A6EC28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76714" y="3000600"/>
                        <a:ext cx="270568" cy="85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65F7AE5E-CABD-46A3-B985-84BE46CA01FC}"/>
              </a:ext>
            </a:extLst>
          </p:cNvPr>
          <p:cNvCxnSpPr>
            <a:cxnSpLocks/>
            <a:stCxn id="25" idx="3"/>
            <a:endCxn id="138" idx="1"/>
          </p:cNvCxnSpPr>
          <p:nvPr/>
        </p:nvCxnSpPr>
        <p:spPr>
          <a:xfrm>
            <a:off x="10523220" y="3429000"/>
            <a:ext cx="253494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29074FC5-DFC7-41CD-9254-7BA43F09861A}"/>
                  </a:ext>
                </a:extLst>
              </p:cNvPr>
              <p:cNvSpPr/>
              <p:nvPr/>
            </p:nvSpPr>
            <p:spPr>
              <a:xfrm>
                <a:off x="10354075" y="2798360"/>
                <a:ext cx="534634" cy="396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29074FC5-DFC7-41CD-9254-7BA43F0986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075" y="2798360"/>
                <a:ext cx="534634" cy="396519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文本框 157">
            <a:extLst>
              <a:ext uri="{FF2B5EF4-FFF2-40B4-BE49-F238E27FC236}">
                <a16:creationId xmlns:a16="http://schemas.microsoft.com/office/drawing/2014/main" id="{C9C70F25-AA4C-4BF4-84E0-8E9521A67FE0}"/>
              </a:ext>
            </a:extLst>
          </p:cNvPr>
          <p:cNvSpPr txBox="1"/>
          <p:nvPr/>
        </p:nvSpPr>
        <p:spPr>
          <a:xfrm>
            <a:off x="605892" y="4715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长期轨迹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F184D0-EF02-45E9-A4E8-BE0DC4DE16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8975" y="6140"/>
            <a:ext cx="1355724" cy="2017522"/>
          </a:xfrm>
          <a:prstGeom prst="rect">
            <a:avLst/>
          </a:prstGeom>
        </p:spPr>
      </p:pic>
      <p:graphicFrame>
        <p:nvGraphicFramePr>
          <p:cNvPr id="25" name="对象 24">
            <a:hlinkClick r:id="" action="ppaction://ole?verb=0"/>
            <a:extLst>
              <a:ext uri="{FF2B5EF4-FFF2-40B4-BE49-F238E27FC236}">
                <a16:creationId xmlns:a16="http://schemas.microsoft.com/office/drawing/2014/main" id="{DC882ABB-E1EB-48EB-920E-A057576FE7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987617"/>
              </p:ext>
            </p:extLst>
          </p:nvPr>
        </p:nvGraphicFramePr>
        <p:xfrm>
          <a:off x="9451531" y="3095692"/>
          <a:ext cx="1071693" cy="66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11" imgW="734815" imgH="457216" progId="PowerPoint.ShowMacroEnabled.12">
                  <p:embed/>
                </p:oleObj>
              </mc:Choice>
              <mc:Fallback>
                <p:oleObj name="Presentation" r:id="rId11" imgW="734815" imgH="457216" progId="PowerPoint.ShowMacroEnabled.12">
                  <p:embed/>
                  <p:pic>
                    <p:nvPicPr>
                      <p:cNvPr id="25" name="对象 24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DC882ABB-E1EB-48EB-920E-A057576FE7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51531" y="3095692"/>
                        <a:ext cx="1071693" cy="66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094FE498-2243-4183-A258-B36A97FFDA4E}"/>
                  </a:ext>
                </a:extLst>
              </p:cNvPr>
              <p:cNvSpPr/>
              <p:nvPr/>
            </p:nvSpPr>
            <p:spPr>
              <a:xfrm>
                <a:off x="6680400" y="2919600"/>
                <a:ext cx="3321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094FE498-2243-4183-A258-B36A97FFD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400" y="2919600"/>
                <a:ext cx="33214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80674B05-CB5A-45E8-BD97-1DC6C88046D0}"/>
                  </a:ext>
                </a:extLst>
              </p:cNvPr>
              <p:cNvSpPr/>
              <p:nvPr/>
            </p:nvSpPr>
            <p:spPr>
              <a:xfrm>
                <a:off x="6680400" y="3243600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80674B05-CB5A-45E8-BD97-1DC6C88046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400" y="3243600"/>
                <a:ext cx="36420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ABB9639-FFE0-47FD-903D-3BE504583C86}"/>
                  </a:ext>
                </a:extLst>
              </p:cNvPr>
              <p:cNvSpPr/>
              <p:nvPr/>
            </p:nvSpPr>
            <p:spPr>
              <a:xfrm>
                <a:off x="6680400" y="2592000"/>
                <a:ext cx="396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ABB9639-FFE0-47FD-903D-3BE504583C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400" y="2592000"/>
                <a:ext cx="39626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6BC47E2-B167-4A74-B692-041E3B6EBA57}"/>
                  </a:ext>
                </a:extLst>
              </p:cNvPr>
              <p:cNvSpPr/>
              <p:nvPr/>
            </p:nvSpPr>
            <p:spPr>
              <a:xfrm>
                <a:off x="6680400" y="3895200"/>
                <a:ext cx="3433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6BC47E2-B167-4A74-B692-041E3B6EBA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400" y="3895200"/>
                <a:ext cx="34336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AD3033E6-CE20-4E2F-B123-0125B5665F06}"/>
                  </a:ext>
                </a:extLst>
              </p:cNvPr>
              <p:cNvSpPr/>
              <p:nvPr/>
            </p:nvSpPr>
            <p:spPr>
              <a:xfrm>
                <a:off x="6680400" y="3571200"/>
                <a:ext cx="396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AD3033E6-CE20-4E2F-B123-0125B5665F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400" y="3571200"/>
                <a:ext cx="39626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对象 38">
            <a:hlinkClick r:id="" action="ppaction://ole?verb=0"/>
            <a:extLst>
              <a:ext uri="{FF2B5EF4-FFF2-40B4-BE49-F238E27FC236}">
                <a16:creationId xmlns:a16="http://schemas.microsoft.com/office/drawing/2014/main" id="{1AFF9A49-A46D-4909-B3D6-304323741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910022"/>
              </p:ext>
            </p:extLst>
          </p:nvPr>
        </p:nvGraphicFramePr>
        <p:xfrm>
          <a:off x="7022404" y="3297604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18" imgW="1476912" imgH="457161" progId="PowerPoint.ShowMacroEnabled.12">
                  <p:embed/>
                </p:oleObj>
              </mc:Choice>
              <mc:Fallback>
                <p:oleObj name="Presentation" r:id="rId18" imgW="1476912" imgH="457161" progId="PowerPoint.ShowMacroEnabled.12">
                  <p:embed/>
                  <p:pic>
                    <p:nvPicPr>
                      <p:cNvPr id="39" name="对象 38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1AFF9A49-A46D-4909-B3D6-3043237410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022404" y="3297604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0"/>
            <a:extLst>
              <a:ext uri="{FF2B5EF4-FFF2-40B4-BE49-F238E27FC236}">
                <a16:creationId xmlns:a16="http://schemas.microsoft.com/office/drawing/2014/main" id="{44CAD515-67E4-4C1A-84E8-E893FC1AAD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145745"/>
              </p:ext>
            </p:extLst>
          </p:nvPr>
        </p:nvGraphicFramePr>
        <p:xfrm>
          <a:off x="7022404" y="2646004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0" imgW="1477064" imgH="457208" progId="PowerPoint.ShowMacroEnabled.12">
                  <p:embed/>
                </p:oleObj>
              </mc:Choice>
              <mc:Fallback>
                <p:oleObj name="Presentation" r:id="rId20" imgW="1477064" imgH="457208" progId="PowerPoint.ShowMacroEnabled.12">
                  <p:embed/>
                  <p:pic>
                    <p:nvPicPr>
                      <p:cNvPr id="40" name="对象 39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44CAD515-67E4-4C1A-84E8-E893FC1AAD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022404" y="2646004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hlinkClick r:id="" action="ppaction://ole?verb=0"/>
            <a:extLst>
              <a:ext uri="{FF2B5EF4-FFF2-40B4-BE49-F238E27FC236}">
                <a16:creationId xmlns:a16="http://schemas.microsoft.com/office/drawing/2014/main" id="{5A1A1AFC-1D3E-4171-8A0D-7DFD7BA90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777470"/>
              </p:ext>
            </p:extLst>
          </p:nvPr>
        </p:nvGraphicFramePr>
        <p:xfrm>
          <a:off x="7022404" y="3621604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2" imgW="1476912" imgH="457161" progId="PowerPoint.ShowMacroEnabled.12">
                  <p:embed/>
                </p:oleObj>
              </mc:Choice>
              <mc:Fallback>
                <p:oleObj name="Presentation" r:id="rId22" imgW="1476912" imgH="457161" progId="PowerPoint.ShowMacroEnabled.12">
                  <p:embed/>
                  <p:pic>
                    <p:nvPicPr>
                      <p:cNvPr id="41" name="对象 40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5A1A1AFC-1D3E-4171-8A0D-7DFD7BA90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022404" y="3621604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hlinkClick r:id="" action="ppaction://ole?verb=0"/>
            <a:extLst>
              <a:ext uri="{FF2B5EF4-FFF2-40B4-BE49-F238E27FC236}">
                <a16:creationId xmlns:a16="http://schemas.microsoft.com/office/drawing/2014/main" id="{043DE2A8-C2BA-4359-AB29-772EFB50FC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311124"/>
              </p:ext>
            </p:extLst>
          </p:nvPr>
        </p:nvGraphicFramePr>
        <p:xfrm>
          <a:off x="7022404" y="3949204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4" imgW="1476912" imgH="457161" progId="PowerPoint.ShowMacroEnabled.12">
                  <p:embed/>
                </p:oleObj>
              </mc:Choice>
              <mc:Fallback>
                <p:oleObj name="Presentation" r:id="rId24" imgW="1476912" imgH="457161" progId="PowerPoint.ShowMacroEnabled.12">
                  <p:embed/>
                  <p:pic>
                    <p:nvPicPr>
                      <p:cNvPr id="42" name="对象 41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043DE2A8-C2BA-4359-AB29-772EFB50FC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022404" y="3949204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hlinkClick r:id="" action="ppaction://ole?verb=0"/>
            <a:extLst>
              <a:ext uri="{FF2B5EF4-FFF2-40B4-BE49-F238E27FC236}">
                <a16:creationId xmlns:a16="http://schemas.microsoft.com/office/drawing/2014/main" id="{6AD92E31-358B-47CD-93C0-BC59826E7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436787"/>
              </p:ext>
            </p:extLst>
          </p:nvPr>
        </p:nvGraphicFramePr>
        <p:xfrm>
          <a:off x="7022404" y="2970004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6" imgW="1476912" imgH="457161" progId="PowerPoint.ShowMacroEnabled.12">
                  <p:embed/>
                </p:oleObj>
              </mc:Choice>
              <mc:Fallback>
                <p:oleObj name="Presentation" r:id="rId26" imgW="1476912" imgH="457161" progId="PowerPoint.ShowMacroEnabled.12">
                  <p:embed/>
                  <p:pic>
                    <p:nvPicPr>
                      <p:cNvPr id="43" name="对象 4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6AD92E31-358B-47CD-93C0-BC59826E72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022404" y="2970004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9FE4048-F26E-4D5B-AA6E-D918DB146B05}"/>
                  </a:ext>
                </a:extLst>
              </p:cNvPr>
              <p:cNvSpPr/>
              <p:nvPr/>
            </p:nvSpPr>
            <p:spPr>
              <a:xfrm>
                <a:off x="3533580" y="572222"/>
                <a:ext cx="3802900" cy="4059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9FE4048-F26E-4D5B-AA6E-D918DB146B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580" y="572222"/>
                <a:ext cx="3802900" cy="405945"/>
              </a:xfrm>
              <a:prstGeom prst="rect">
                <a:avLst/>
              </a:prstGeom>
              <a:blipFill>
                <a:blip r:embed="rId28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CFB7C03-F158-7640-84EB-12E61079E83D}"/>
              </a:ext>
            </a:extLst>
          </p:cNvPr>
          <p:cNvGrpSpPr/>
          <p:nvPr/>
        </p:nvGrpSpPr>
        <p:grpSpPr>
          <a:xfrm>
            <a:off x="889200" y="2326811"/>
            <a:ext cx="4669200" cy="2214000"/>
            <a:chOff x="889200" y="2326811"/>
            <a:chExt cx="4669200" cy="2214000"/>
          </a:xfrm>
        </p:grpSpPr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D9F21A98-D1F3-405B-9A39-C33904218C49}"/>
                </a:ext>
              </a:extLst>
            </p:cNvPr>
            <p:cNvSpPr/>
            <p:nvPr/>
          </p:nvSpPr>
          <p:spPr>
            <a:xfrm>
              <a:off x="914400" y="2326811"/>
              <a:ext cx="4644000" cy="2214000"/>
            </a:xfrm>
            <a:prstGeom prst="roundRect">
              <a:avLst/>
            </a:prstGeom>
            <a:solidFill>
              <a:srgbClr val="F8F5F9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10" name="对象 10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AA5286DB-A497-48D2-B546-72542CA1752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90210328"/>
                    </p:ext>
                  </p:extLst>
                </p:nvPr>
              </p:nvGraphicFramePr>
              <p:xfrm>
                <a:off x="2603671" y="3296443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9" imgW="457161" imgH="457208" progId="PowerPoint.ShowMacroEnabled.12">
                        <p:embed/>
                      </p:oleObj>
                    </mc:Choice>
                    <mc:Fallback>
                      <p:oleObj name="Presentation" r:id="rId29" imgW="457161" imgH="457208" progId="PowerPoint.ShowMacroEnabled.12">
                        <p:embed/>
                        <p:pic>
                          <p:nvPicPr>
                            <p:cNvPr id="110" name="对象 10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A5286DB-A497-48D2-B546-72542CA1752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03671" y="3296443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10" name="对象 10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AA5286DB-A497-48D2-B546-72542CA1752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90210328"/>
                    </p:ext>
                  </p:extLst>
                </p:nvPr>
              </p:nvGraphicFramePr>
              <p:xfrm>
                <a:off x="2603671" y="3296443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9" imgW="457161" imgH="457208" progId="PowerPoint.ShowMacroEnabled.12">
                        <p:embed/>
                      </p:oleObj>
                    </mc:Choice>
                    <mc:Fallback>
                      <p:oleObj name="Presentation" r:id="rId29" imgW="457161" imgH="457208" progId="PowerPoint.ShowMacroEnabled.12">
                        <p:embed/>
                        <p:pic>
                          <p:nvPicPr>
                            <p:cNvPr id="110" name="对象 10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A5286DB-A497-48D2-B546-72542CA1752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03671" y="3296443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120FC9BB-9B79-4612-8064-FCD18D4F9452}"/>
                </a:ext>
              </a:extLst>
            </p:cNvPr>
            <p:cNvCxnSpPr>
              <a:cxnSpLocks/>
              <a:stCxn id="129" idx="3"/>
              <a:endCxn id="110" idx="0"/>
            </p:cNvCxnSpPr>
            <p:nvPr/>
          </p:nvCxnSpPr>
          <p:spPr>
            <a:xfrm>
              <a:off x="2090041" y="2741616"/>
              <a:ext cx="646830" cy="55482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20F0B871-925F-4E84-BD0A-65ECFCC9A393}"/>
                </a:ext>
              </a:extLst>
            </p:cNvPr>
            <p:cNvCxnSpPr>
              <a:cxnSpLocks/>
              <a:stCxn id="132" idx="3"/>
            </p:cNvCxnSpPr>
            <p:nvPr/>
          </p:nvCxnSpPr>
          <p:spPr>
            <a:xfrm>
              <a:off x="2090041" y="3084084"/>
              <a:ext cx="541721" cy="24310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84CD6A70-4F26-48DA-AB55-FB86719DA43C}"/>
                </a:ext>
              </a:extLst>
            </p:cNvPr>
            <p:cNvCxnSpPr>
              <a:cxnSpLocks/>
              <a:stCxn id="131" idx="3"/>
              <a:endCxn id="110" idx="2"/>
            </p:cNvCxnSpPr>
            <p:nvPr/>
          </p:nvCxnSpPr>
          <p:spPr>
            <a:xfrm flipV="1">
              <a:off x="2090041" y="3562843"/>
              <a:ext cx="646830" cy="55586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8F95C35C-A00F-45CE-84D0-E8635CADD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041" y="3528000"/>
              <a:ext cx="538430" cy="24480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2D2DC343-F194-4EF8-9438-BDBAAA43FD4C}"/>
                </a:ext>
              </a:extLst>
            </p:cNvPr>
            <p:cNvCxnSpPr>
              <a:cxnSpLocks/>
              <a:stCxn id="128" idx="3"/>
              <a:endCxn id="110" idx="1"/>
            </p:cNvCxnSpPr>
            <p:nvPr/>
          </p:nvCxnSpPr>
          <p:spPr>
            <a:xfrm flipV="1">
              <a:off x="2090037" y="3429647"/>
              <a:ext cx="513634" cy="51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16" name="对象 11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2B04D0B3-51EA-491A-908C-53536720F01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42552739"/>
                    </p:ext>
                  </p:extLst>
                </p:nvPr>
              </p:nvGraphicFramePr>
              <p:xfrm>
                <a:off x="3136265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0" imgW="457208" imgH="1447975" progId="PowerPoint.ShowMacroEnabled.12">
                        <p:embed/>
                      </p:oleObj>
                    </mc:Choice>
                    <mc:Fallback>
                      <p:oleObj name="Presentation" r:id="rId30" imgW="457208" imgH="1447975" progId="PowerPoint.ShowMacroEnabled.12">
                        <p:embed/>
                        <p:pic>
                          <p:nvPicPr>
                            <p:cNvPr id="116" name="对象 11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B04D0B3-51EA-491A-908C-53536720F01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36265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16" name="对象 11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2B04D0B3-51EA-491A-908C-53536720F01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42552739"/>
                    </p:ext>
                  </p:extLst>
                </p:nvPr>
              </p:nvGraphicFramePr>
              <p:xfrm>
                <a:off x="3136265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0" imgW="457208" imgH="1447975" progId="PowerPoint.ShowMacroEnabled.12">
                        <p:embed/>
                      </p:oleObj>
                    </mc:Choice>
                    <mc:Fallback>
                      <p:oleObj name="Presentation" r:id="rId30" imgW="457208" imgH="1447975" progId="PowerPoint.ShowMacroEnabled.12">
                        <p:embed/>
                        <p:pic>
                          <p:nvPicPr>
                            <p:cNvPr id="116" name="对象 11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B04D0B3-51EA-491A-908C-53536720F01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36265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223BB4CD-5C42-4AFF-969A-B1CDB05982C7}"/>
                </a:ext>
              </a:extLst>
            </p:cNvPr>
            <p:cNvCxnSpPr>
              <a:cxnSpLocks/>
              <a:stCxn id="110" idx="3"/>
              <a:endCxn id="116" idx="1"/>
            </p:cNvCxnSpPr>
            <p:nvPr/>
          </p:nvCxnSpPr>
          <p:spPr>
            <a:xfrm flipV="1">
              <a:off x="2870071" y="3429004"/>
              <a:ext cx="266194" cy="64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7B348CDE-8017-4ADC-8C65-8D5035B7D63E}"/>
                </a:ext>
              </a:extLst>
            </p:cNvPr>
            <p:cNvCxnSpPr>
              <a:cxnSpLocks/>
              <a:stCxn id="116" idx="3"/>
              <a:endCxn id="122" idx="1"/>
            </p:cNvCxnSpPr>
            <p:nvPr/>
          </p:nvCxnSpPr>
          <p:spPr>
            <a:xfrm>
              <a:off x="3406833" y="3429000"/>
              <a:ext cx="253494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19" name="对象 11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5CEF78A4-0032-4D03-BED6-A18154FB0AD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43443236"/>
                    </p:ext>
                  </p:extLst>
                </p:nvPr>
              </p:nvGraphicFramePr>
              <p:xfrm>
                <a:off x="4985514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1" imgW="457208" imgH="1447975" progId="PowerPoint.ShowMacroEnabled.12">
                        <p:embed/>
                      </p:oleObj>
                    </mc:Choice>
                    <mc:Fallback>
                      <p:oleObj name="Presentation" r:id="rId31" imgW="457208" imgH="1447975" progId="PowerPoint.ShowMacroEnabled.12">
                        <p:embed/>
                        <p:pic>
                          <p:nvPicPr>
                            <p:cNvPr id="119" name="对象 118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5CEF78A4-0032-4D03-BED6-A18154FB0AD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85514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19" name="对象 11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5CEF78A4-0032-4D03-BED6-A18154FB0AD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43443236"/>
                    </p:ext>
                  </p:extLst>
                </p:nvPr>
              </p:nvGraphicFramePr>
              <p:xfrm>
                <a:off x="4985514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1" imgW="457208" imgH="1447975" progId="PowerPoint.ShowMacroEnabled.12">
                        <p:embed/>
                      </p:oleObj>
                    </mc:Choice>
                    <mc:Fallback>
                      <p:oleObj name="Presentation" r:id="rId31" imgW="457208" imgH="1447975" progId="PowerPoint.ShowMacroEnabled.12">
                        <p:embed/>
                        <p:pic>
                          <p:nvPicPr>
                            <p:cNvPr id="119" name="对象 118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5CEF78A4-0032-4D03-BED6-A18154FB0AD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85514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971A5C79-DCA5-4AB6-8B98-BFD39DFB2B1F}"/>
                </a:ext>
              </a:extLst>
            </p:cNvPr>
            <p:cNvCxnSpPr>
              <a:cxnSpLocks/>
              <a:stCxn id="122" idx="3"/>
              <a:endCxn id="119" idx="1"/>
            </p:cNvCxnSpPr>
            <p:nvPr/>
          </p:nvCxnSpPr>
          <p:spPr>
            <a:xfrm>
              <a:off x="4732020" y="3429000"/>
              <a:ext cx="253494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22" name="对象 12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1A43032E-A782-473D-81EA-06B67F10E71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50121591"/>
                    </p:ext>
                  </p:extLst>
                </p:nvPr>
              </p:nvGraphicFramePr>
              <p:xfrm>
                <a:off x="3660331" y="3095692"/>
                <a:ext cx="1071693" cy="6666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2" imgW="641749" imgH="400958" progId="PowerPoint.ShowMacroEnabled.12">
                        <p:embed/>
                      </p:oleObj>
                    </mc:Choice>
                    <mc:Fallback>
                      <p:oleObj name="Presentation" r:id="rId32" imgW="641749" imgH="400958" progId="PowerPoint.ShowMacroEnabled.12">
                        <p:embed/>
                        <p:pic>
                          <p:nvPicPr>
                            <p:cNvPr id="122" name="对象 12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1A43032E-A782-473D-81EA-06B67F10E71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0331" y="3095692"/>
                              <a:ext cx="1071693" cy="6666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22" name="对象 12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1A43032E-A782-473D-81EA-06B67F10E71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50121591"/>
                    </p:ext>
                  </p:extLst>
                </p:nvPr>
              </p:nvGraphicFramePr>
              <p:xfrm>
                <a:off x="3660331" y="3095692"/>
                <a:ext cx="1071693" cy="6666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2" imgW="641749" imgH="400958" progId="PowerPoint.ShowMacroEnabled.12">
                        <p:embed/>
                      </p:oleObj>
                    </mc:Choice>
                    <mc:Fallback>
                      <p:oleObj name="Presentation" r:id="rId32" imgW="641749" imgH="400958" progId="PowerPoint.ShowMacroEnabled.12">
                        <p:embed/>
                        <p:pic>
                          <p:nvPicPr>
                            <p:cNvPr id="122" name="对象 12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1A43032E-A782-473D-81EA-06B67F10E71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0331" y="3095692"/>
                              <a:ext cx="1071693" cy="6666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矩形 122">
                  <a:extLst>
                    <a:ext uri="{FF2B5EF4-FFF2-40B4-BE49-F238E27FC236}">
                      <a16:creationId xmlns:a16="http://schemas.microsoft.com/office/drawing/2014/main" id="{6AE1E1AC-A87E-4C58-830C-CA25BADE6754}"/>
                    </a:ext>
                  </a:extLst>
                </p:cNvPr>
                <p:cNvSpPr/>
                <p:nvPr/>
              </p:nvSpPr>
              <p:spPr>
                <a:xfrm>
                  <a:off x="889200" y="2901128"/>
                  <a:ext cx="33214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𝒍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3" name="矩形 122">
                  <a:extLst>
                    <a:ext uri="{FF2B5EF4-FFF2-40B4-BE49-F238E27FC236}">
                      <a16:creationId xmlns:a16="http://schemas.microsoft.com/office/drawing/2014/main" id="{6AE1E1AC-A87E-4C58-830C-CA25BADE67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2901128"/>
                  <a:ext cx="332142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8B4CF517-FA2C-4C0E-A5B4-79F193DF04D8}"/>
                    </a:ext>
                  </a:extLst>
                </p:cNvPr>
                <p:cNvSpPr/>
                <p:nvPr/>
              </p:nvSpPr>
              <p:spPr>
                <a:xfrm>
                  <a:off x="889200" y="3243600"/>
                  <a:ext cx="36420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8B4CF517-FA2C-4C0E-A5B4-79F193DF04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243600"/>
                  <a:ext cx="36420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矩形 124">
                  <a:extLst>
                    <a:ext uri="{FF2B5EF4-FFF2-40B4-BE49-F238E27FC236}">
                      <a16:creationId xmlns:a16="http://schemas.microsoft.com/office/drawing/2014/main" id="{6348C0DD-849A-420B-A9B6-E53AB17A7DAB}"/>
                    </a:ext>
                  </a:extLst>
                </p:cNvPr>
                <p:cNvSpPr/>
                <p:nvPr/>
              </p:nvSpPr>
              <p:spPr>
                <a:xfrm>
                  <a:off x="889200" y="2555056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5" name="矩形 124">
                  <a:extLst>
                    <a:ext uri="{FF2B5EF4-FFF2-40B4-BE49-F238E27FC236}">
                      <a16:creationId xmlns:a16="http://schemas.microsoft.com/office/drawing/2014/main" id="{6348C0DD-849A-420B-A9B6-E53AB17A7D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2555056"/>
                  <a:ext cx="39626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矩形 125">
                  <a:extLst>
                    <a:ext uri="{FF2B5EF4-FFF2-40B4-BE49-F238E27FC236}">
                      <a16:creationId xmlns:a16="http://schemas.microsoft.com/office/drawing/2014/main" id="{2A16F08B-D1D0-45D8-86E0-3018DF38D658}"/>
                    </a:ext>
                  </a:extLst>
                </p:cNvPr>
                <p:cNvSpPr/>
                <p:nvPr/>
              </p:nvSpPr>
              <p:spPr>
                <a:xfrm>
                  <a:off x="889200" y="3932144"/>
                  <a:ext cx="34336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6" name="矩形 125">
                  <a:extLst>
                    <a:ext uri="{FF2B5EF4-FFF2-40B4-BE49-F238E27FC236}">
                      <a16:creationId xmlns:a16="http://schemas.microsoft.com/office/drawing/2014/main" id="{2A16F08B-D1D0-45D8-86E0-3018DF38D6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932144"/>
                  <a:ext cx="343364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矩形 126">
                  <a:extLst>
                    <a:ext uri="{FF2B5EF4-FFF2-40B4-BE49-F238E27FC236}">
                      <a16:creationId xmlns:a16="http://schemas.microsoft.com/office/drawing/2014/main" id="{C5A991C0-3B91-4756-B0A9-05606E1A7340}"/>
                    </a:ext>
                  </a:extLst>
                </p:cNvPr>
                <p:cNvSpPr/>
                <p:nvPr/>
              </p:nvSpPr>
              <p:spPr>
                <a:xfrm>
                  <a:off x="889200" y="3589672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7" name="矩形 126">
                  <a:extLst>
                    <a:ext uri="{FF2B5EF4-FFF2-40B4-BE49-F238E27FC236}">
                      <a16:creationId xmlns:a16="http://schemas.microsoft.com/office/drawing/2014/main" id="{C5A991C0-3B91-4756-B0A9-05606E1A7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589672"/>
                  <a:ext cx="396262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28" name="对象 12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0328C704-3151-42B4-A6F8-5A489A9EA4B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841658100"/>
                    </p:ext>
                  </p:extLst>
                </p:nvPr>
              </p:nvGraphicFramePr>
              <p:xfrm>
                <a:off x="1231204" y="329760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9" imgW="1476912" imgH="457161" progId="PowerPoint.ShowMacroEnabled.12">
                        <p:embed/>
                      </p:oleObj>
                    </mc:Choice>
                    <mc:Fallback>
                      <p:oleObj name="Presentation" r:id="rId39" imgW="1476912" imgH="457161" progId="PowerPoint.ShowMacroEnabled.12">
                        <p:embed/>
                        <p:pic>
                          <p:nvPicPr>
                            <p:cNvPr id="128" name="对象 12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0328C704-3151-42B4-A6F8-5A489A9EA4B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29760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28" name="对象 12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0328C704-3151-42B4-A6F8-5A489A9EA4B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841658100"/>
                    </p:ext>
                  </p:extLst>
                </p:nvPr>
              </p:nvGraphicFramePr>
              <p:xfrm>
                <a:off x="1231204" y="329760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9" imgW="1476912" imgH="457161" progId="PowerPoint.ShowMacroEnabled.12">
                        <p:embed/>
                      </p:oleObj>
                    </mc:Choice>
                    <mc:Fallback>
                      <p:oleObj name="Presentation" r:id="rId39" imgW="1476912" imgH="457161" progId="PowerPoint.ShowMacroEnabled.12">
                        <p:embed/>
                        <p:pic>
                          <p:nvPicPr>
                            <p:cNvPr id="128" name="对象 12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0328C704-3151-42B4-A6F8-5A489A9EA4B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29760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29" name="对象 12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2A8B41C5-DCDB-45F2-B6A6-293C9076D06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10204198"/>
                    </p:ext>
                  </p:extLst>
                </p:nvPr>
              </p:nvGraphicFramePr>
              <p:xfrm>
                <a:off x="1231204" y="2609060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0" imgW="1477064" imgH="457208" progId="PowerPoint.ShowMacroEnabled.12">
                        <p:embed/>
                      </p:oleObj>
                    </mc:Choice>
                    <mc:Fallback>
                      <p:oleObj name="Presentation" r:id="rId40" imgW="1477064" imgH="457208" progId="PowerPoint.ShowMacroEnabled.12">
                        <p:embed/>
                        <p:pic>
                          <p:nvPicPr>
                            <p:cNvPr id="129" name="对象 128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A8B41C5-DCDB-45F2-B6A6-293C9076D06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2609060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29" name="对象 12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2A8B41C5-DCDB-45F2-B6A6-293C9076D06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10204198"/>
                    </p:ext>
                  </p:extLst>
                </p:nvPr>
              </p:nvGraphicFramePr>
              <p:xfrm>
                <a:off x="1231204" y="2609060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0" imgW="1477064" imgH="457208" progId="PowerPoint.ShowMacroEnabled.12">
                        <p:embed/>
                      </p:oleObj>
                    </mc:Choice>
                    <mc:Fallback>
                      <p:oleObj name="Presentation" r:id="rId40" imgW="1477064" imgH="457208" progId="PowerPoint.ShowMacroEnabled.12">
                        <p:embed/>
                        <p:pic>
                          <p:nvPicPr>
                            <p:cNvPr id="129" name="对象 128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A8B41C5-DCDB-45F2-B6A6-293C9076D06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2609060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30" name="对象 12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5C5DEAC2-3406-44F5-8D3B-1CA4C842525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79836352"/>
                    </p:ext>
                  </p:extLst>
                </p:nvPr>
              </p:nvGraphicFramePr>
              <p:xfrm>
                <a:off x="1231204" y="3640076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1" imgW="1476912" imgH="457161" progId="PowerPoint.ShowMacroEnabled.12">
                        <p:embed/>
                      </p:oleObj>
                    </mc:Choice>
                    <mc:Fallback>
                      <p:oleObj name="Presentation" r:id="rId41" imgW="1476912" imgH="457161" progId="PowerPoint.ShowMacroEnabled.12">
                        <p:embed/>
                        <p:pic>
                          <p:nvPicPr>
                            <p:cNvPr id="130" name="对象 12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5C5DEAC2-3406-44F5-8D3B-1CA4C842525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640076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30" name="对象 12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5C5DEAC2-3406-44F5-8D3B-1CA4C842525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79836352"/>
                    </p:ext>
                  </p:extLst>
                </p:nvPr>
              </p:nvGraphicFramePr>
              <p:xfrm>
                <a:off x="1231204" y="3640076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1" imgW="1476912" imgH="457161" progId="PowerPoint.ShowMacroEnabled.12">
                        <p:embed/>
                      </p:oleObj>
                    </mc:Choice>
                    <mc:Fallback>
                      <p:oleObj name="Presentation" r:id="rId41" imgW="1476912" imgH="457161" progId="PowerPoint.ShowMacroEnabled.12">
                        <p:embed/>
                        <p:pic>
                          <p:nvPicPr>
                            <p:cNvPr id="130" name="对象 12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5C5DEAC2-3406-44F5-8D3B-1CA4C842525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640076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31" name="对象 130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8CCC8FE2-C92A-43BE-BE23-BEDF864ABE1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60427084"/>
                    </p:ext>
                  </p:extLst>
                </p:nvPr>
              </p:nvGraphicFramePr>
              <p:xfrm>
                <a:off x="1231204" y="3986148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2" imgW="1476912" imgH="457161" progId="PowerPoint.ShowMacroEnabled.12">
                        <p:embed/>
                      </p:oleObj>
                    </mc:Choice>
                    <mc:Fallback>
                      <p:oleObj name="Presentation" r:id="rId42" imgW="1476912" imgH="457161" progId="PowerPoint.ShowMacroEnabled.12">
                        <p:embed/>
                        <p:pic>
                          <p:nvPicPr>
                            <p:cNvPr id="131" name="对象 130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8CCC8FE2-C92A-43BE-BE23-BEDF864ABE1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986148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31" name="对象 130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8CCC8FE2-C92A-43BE-BE23-BEDF864ABE1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60427084"/>
                    </p:ext>
                  </p:extLst>
                </p:nvPr>
              </p:nvGraphicFramePr>
              <p:xfrm>
                <a:off x="1231204" y="3986148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2" imgW="1476912" imgH="457161" progId="PowerPoint.ShowMacroEnabled.12">
                        <p:embed/>
                      </p:oleObj>
                    </mc:Choice>
                    <mc:Fallback>
                      <p:oleObj name="Presentation" r:id="rId42" imgW="1476912" imgH="457161" progId="PowerPoint.ShowMacroEnabled.12">
                        <p:embed/>
                        <p:pic>
                          <p:nvPicPr>
                            <p:cNvPr id="131" name="对象 130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8CCC8FE2-C92A-43BE-BE23-BEDF864ABE1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986148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32" name="对象 13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45EFD618-5F45-4D38-A6E2-C29B24623A3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2711073"/>
                    </p:ext>
                  </p:extLst>
                </p:nvPr>
              </p:nvGraphicFramePr>
              <p:xfrm>
                <a:off x="1231204" y="2951532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3" imgW="1476912" imgH="457161" progId="PowerPoint.ShowMacroEnabled.12">
                        <p:embed/>
                      </p:oleObj>
                    </mc:Choice>
                    <mc:Fallback>
                      <p:oleObj name="Presentation" r:id="rId43" imgW="1476912" imgH="457161" progId="PowerPoint.ShowMacroEnabled.12">
                        <p:embed/>
                        <p:pic>
                          <p:nvPicPr>
                            <p:cNvPr id="132" name="对象 13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45EFD618-5F45-4D38-A6E2-C29B24623A3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2951532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32" name="对象 13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45EFD618-5F45-4D38-A6E2-C29B24623A3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2711073"/>
                    </p:ext>
                  </p:extLst>
                </p:nvPr>
              </p:nvGraphicFramePr>
              <p:xfrm>
                <a:off x="1231204" y="2951532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3" imgW="1476912" imgH="457161" progId="PowerPoint.ShowMacroEnabled.12">
                        <p:embed/>
                      </p:oleObj>
                    </mc:Choice>
                    <mc:Fallback>
                      <p:oleObj name="Presentation" r:id="rId43" imgW="1476912" imgH="457161" progId="PowerPoint.ShowMacroEnabled.12">
                        <p:embed/>
                        <p:pic>
                          <p:nvPicPr>
                            <p:cNvPr id="132" name="对象 13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45EFD618-5F45-4D38-A6E2-C29B24623A3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2951532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5B8825C-3639-CC2F-B22C-A38B6DBB174D}"/>
                    </a:ext>
                  </a:extLst>
                </p:cNvPr>
                <p:cNvSpPr/>
                <p:nvPr/>
              </p:nvSpPr>
              <p:spPr>
                <a:xfrm>
                  <a:off x="4564800" y="2797200"/>
                  <a:ext cx="46769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5B8825C-3639-CC2F-B22C-A38B6DBB17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4800" y="2797200"/>
                  <a:ext cx="467692" cy="369332"/>
                </a:xfrm>
                <a:prstGeom prst="rect">
                  <a:avLst/>
                </a:prstGeom>
                <a:blipFill>
                  <a:blip r:embed="rId4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21126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文本框 79">
            <a:extLst>
              <a:ext uri="{FF2B5EF4-FFF2-40B4-BE49-F238E27FC236}">
                <a16:creationId xmlns:a16="http://schemas.microsoft.com/office/drawing/2014/main" id="{32B591F6-EB02-458A-A78E-2B666A45E3B9}"/>
              </a:ext>
            </a:extLst>
          </p:cNvPr>
          <p:cNvSpPr txBox="1"/>
          <p:nvPr/>
        </p:nvSpPr>
        <p:spPr>
          <a:xfrm>
            <a:off x="6826510" y="2213737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C9C70F25-AA4C-4BF4-84E0-8E9521A67FE0}"/>
              </a:ext>
            </a:extLst>
          </p:cNvPr>
          <p:cNvSpPr txBox="1"/>
          <p:nvPr/>
        </p:nvSpPr>
        <p:spPr>
          <a:xfrm>
            <a:off x="605892" y="471582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未来偏好模拟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9FE4048-F26E-4D5B-AA6E-D918DB146B05}"/>
                  </a:ext>
                </a:extLst>
              </p:cNvPr>
              <p:cNvSpPr/>
              <p:nvPr/>
            </p:nvSpPr>
            <p:spPr>
              <a:xfrm>
                <a:off x="3533580" y="572222"/>
                <a:ext cx="3802900" cy="4059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9FE4048-F26E-4D5B-AA6E-D918DB146B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580" y="572222"/>
                <a:ext cx="3802900" cy="405945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图片 53">
            <a:extLst>
              <a:ext uri="{FF2B5EF4-FFF2-40B4-BE49-F238E27FC236}">
                <a16:creationId xmlns:a16="http://schemas.microsoft.com/office/drawing/2014/main" id="{1F6D1DCF-5DDB-4061-921E-B1F57D587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374" y="1"/>
            <a:ext cx="4238625" cy="1512937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553C17B1-9341-4E6D-9F01-377997D7D69C}"/>
              </a:ext>
            </a:extLst>
          </p:cNvPr>
          <p:cNvGrpSpPr/>
          <p:nvPr/>
        </p:nvGrpSpPr>
        <p:grpSpPr>
          <a:xfrm>
            <a:off x="424435" y="2870110"/>
            <a:ext cx="4699397" cy="1155294"/>
            <a:chOff x="424431" y="2870110"/>
            <a:chExt cx="4699397" cy="1155294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DED43092-F8B7-4F67-AD40-FC7553181D85}"/>
                </a:ext>
              </a:extLst>
            </p:cNvPr>
            <p:cNvSpPr/>
            <p:nvPr/>
          </p:nvSpPr>
          <p:spPr>
            <a:xfrm>
              <a:off x="479828" y="2870110"/>
              <a:ext cx="4644000" cy="1117780"/>
            </a:xfrm>
            <a:prstGeom prst="roundRect">
              <a:avLst/>
            </a:prstGeom>
            <a:solidFill>
              <a:srgbClr val="F8F5F9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6CBF3652-06ED-49A8-A98B-D83D1466A7EA}"/>
                </a:ext>
              </a:extLst>
            </p:cNvPr>
            <p:cNvCxnSpPr>
              <a:cxnSpLocks/>
              <a:stCxn id="105" idx="3"/>
              <a:endCxn id="140" idx="1"/>
            </p:cNvCxnSpPr>
            <p:nvPr/>
          </p:nvCxnSpPr>
          <p:spPr>
            <a:xfrm>
              <a:off x="1658285" y="3111265"/>
              <a:ext cx="1013240" cy="137988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83192C6A-08C6-4F3D-A335-0F6525CC5A2E}"/>
                    </a:ext>
                  </a:extLst>
                </p:cNvPr>
                <p:cNvSpPr/>
                <p:nvPr/>
              </p:nvSpPr>
              <p:spPr>
                <a:xfrm>
                  <a:off x="457367" y="2928309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83192C6A-08C6-4F3D-A335-0F6525CC5A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67" y="2928309"/>
                  <a:ext cx="396262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5" name="对象 104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DC92E5CE-B1A6-4042-A28D-587BCD7CC5A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88572752"/>
                    </p:ext>
                  </p:extLst>
                </p:nvPr>
              </p:nvGraphicFramePr>
              <p:xfrm>
                <a:off x="799448" y="2978709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2" imgW="1477064" imgH="457208" progId="PowerPoint.ShowMacroEnabled.12">
                        <p:embed/>
                      </p:oleObj>
                    </mc:Choice>
                    <mc:Fallback>
                      <p:oleObj name="Presentation" r:id="rId32" imgW="1477064" imgH="457208" progId="PowerPoint.ShowMacroEnabled.12">
                        <p:embed/>
                        <p:pic>
                          <p:nvPicPr>
                            <p:cNvPr id="105" name="对象 104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DC92E5CE-B1A6-4042-A28D-587BCD7CC5A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99448" y="2978709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5" name="对象 104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DC92E5CE-B1A6-4042-A28D-587BCD7CC5A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88572752"/>
                    </p:ext>
                  </p:extLst>
                </p:nvPr>
              </p:nvGraphicFramePr>
              <p:xfrm>
                <a:off x="799448" y="2978709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4098" name="Presentation" r:id="rId34" imgW="1477064" imgH="457208" progId="PowerPoint.ShowMacroEnabled.12">
                        <p:embed/>
                      </p:oleObj>
                    </mc:Choice>
                    <mc:Fallback>
                      <p:oleObj name="Presentation" r:id="rId34" imgW="1477064" imgH="457208" progId="PowerPoint.ShowMacroEnabled.12">
                        <p:embed/>
                        <p:pic>
                          <p:nvPicPr>
                            <p:cNvPr id="105" name="对象 104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DC92E5CE-B1A6-4042-A28D-587BCD7CC5A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99448" y="2978709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6" name="对象 10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C5DDBEF-C5C7-4FE3-9147-5CB3835C18B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42614742"/>
                    </p:ext>
                  </p:extLst>
                </p:nvPr>
              </p:nvGraphicFramePr>
              <p:xfrm>
                <a:off x="799448" y="3630309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6" imgW="1477064" imgH="457208" progId="PowerPoint.ShowMacroEnabled.12">
                        <p:embed/>
                      </p:oleObj>
                    </mc:Choice>
                    <mc:Fallback>
                      <p:oleObj name="Presentation" r:id="rId36" imgW="1477064" imgH="457208" progId="PowerPoint.ShowMacroEnabled.12">
                        <p:embed/>
                        <p:pic>
                          <p:nvPicPr>
                            <p:cNvPr id="106" name="对象 10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EC5DDBEF-C5C7-4FE3-9147-5CB3835C18B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99448" y="3630309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6" name="对象 10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C5DDBEF-C5C7-4FE3-9147-5CB3835C18B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42614742"/>
                    </p:ext>
                  </p:extLst>
                </p:nvPr>
              </p:nvGraphicFramePr>
              <p:xfrm>
                <a:off x="799448" y="3630309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4099" name="Presentation" r:id="rId38" imgW="1477064" imgH="457208" progId="PowerPoint.ShowMacroEnabled.12">
                        <p:embed/>
                      </p:oleObj>
                    </mc:Choice>
                    <mc:Fallback>
                      <p:oleObj name="Presentation" r:id="rId38" imgW="1477064" imgH="457208" progId="PowerPoint.ShowMacroEnabled.12">
                        <p:embed/>
                        <p:pic>
                          <p:nvPicPr>
                            <p:cNvPr id="106" name="对象 10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EC5DDBEF-C5C7-4FE3-9147-5CB3835C18B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99448" y="3630309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7" name="对象 10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BF3822C6-D244-4674-82C0-0A605E69BFB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38392152"/>
                    </p:ext>
                  </p:extLst>
                </p:nvPr>
              </p:nvGraphicFramePr>
              <p:xfrm>
                <a:off x="799448" y="3306309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0" imgW="1477064" imgH="457208" progId="PowerPoint.ShowMacroEnabled.12">
                        <p:embed/>
                      </p:oleObj>
                    </mc:Choice>
                    <mc:Fallback>
                      <p:oleObj name="Presentation" r:id="rId40" imgW="1477064" imgH="457208" progId="PowerPoint.ShowMacroEnabled.12">
                        <p:embed/>
                        <p:pic>
                          <p:nvPicPr>
                            <p:cNvPr id="107" name="对象 106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BF3822C6-D244-4674-82C0-0A605E69BFB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99448" y="3306309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7" name="对象 10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BF3822C6-D244-4674-82C0-0A605E69BFB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38392152"/>
                    </p:ext>
                  </p:extLst>
                </p:nvPr>
              </p:nvGraphicFramePr>
              <p:xfrm>
                <a:off x="799448" y="3306309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4100" name="Presentation" r:id="rId41" imgW="1477064" imgH="457208" progId="PowerPoint.ShowMacroEnabled.12">
                        <p:embed/>
                      </p:oleObj>
                    </mc:Choice>
                    <mc:Fallback>
                      <p:oleObj name="Presentation" r:id="rId41" imgW="1477064" imgH="457208" progId="PowerPoint.ShowMacroEnabled.12">
                        <p:embed/>
                        <p:pic>
                          <p:nvPicPr>
                            <p:cNvPr id="107" name="对象 106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BF3822C6-D244-4674-82C0-0A605E69BFB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99448" y="3306309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2C236E05-C5D7-462B-A423-DAAA3E395A9F}"/>
                    </a:ext>
                  </a:extLst>
                </p:cNvPr>
                <p:cNvSpPr/>
                <p:nvPr/>
              </p:nvSpPr>
              <p:spPr>
                <a:xfrm>
                  <a:off x="424431" y="3389484"/>
                  <a:ext cx="4645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  <m:sub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𝐓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2C236E05-C5D7-462B-A423-DAAA3E395A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431" y="3389484"/>
                  <a:ext cx="464550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6068B9DE-159C-4EEA-9099-E68455C29AFE}"/>
                </a:ext>
              </a:extLst>
            </p:cNvPr>
            <p:cNvCxnSpPr>
              <a:cxnSpLocks/>
              <a:stCxn id="105" idx="3"/>
              <a:endCxn id="141" idx="1"/>
            </p:cNvCxnSpPr>
            <p:nvPr/>
          </p:nvCxnSpPr>
          <p:spPr>
            <a:xfrm>
              <a:off x="1658285" y="3111265"/>
              <a:ext cx="1013240" cy="49400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A0A69A2F-0433-4CC1-8DCF-EAF17B0D50D5}"/>
                </a:ext>
              </a:extLst>
            </p:cNvPr>
            <p:cNvCxnSpPr>
              <a:cxnSpLocks/>
              <a:stCxn id="107" idx="3"/>
              <a:endCxn id="140" idx="1"/>
            </p:cNvCxnSpPr>
            <p:nvPr/>
          </p:nvCxnSpPr>
          <p:spPr>
            <a:xfrm flipV="1">
              <a:off x="1658285" y="3249253"/>
              <a:ext cx="1013240" cy="18961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lg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366A5CA6-4354-4732-9F22-D106ABD8FD3D}"/>
                </a:ext>
              </a:extLst>
            </p:cNvPr>
            <p:cNvCxnSpPr>
              <a:cxnSpLocks/>
              <a:stCxn id="106" idx="3"/>
              <a:endCxn id="141" idx="1"/>
            </p:cNvCxnSpPr>
            <p:nvPr/>
          </p:nvCxnSpPr>
          <p:spPr>
            <a:xfrm flipV="1">
              <a:off x="1658285" y="3605268"/>
              <a:ext cx="1013240" cy="15759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lg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17B2DBBC-E292-4497-BC5E-E92EAB2DAF80}"/>
                </a:ext>
              </a:extLst>
            </p:cNvPr>
            <p:cNvSpPr txBox="1"/>
            <p:nvPr/>
          </p:nvSpPr>
          <p:spPr>
            <a:xfrm>
              <a:off x="3136667" y="3656072"/>
              <a:ext cx="1819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preference</a:t>
              </a:r>
              <a:endParaRPr lang="zh-CN" altLang="en-US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0" name="对象 13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3F635CB8-A7EF-4D84-A21F-540A5574936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83432012"/>
                    </p:ext>
                  </p:extLst>
                </p:nvPr>
              </p:nvGraphicFramePr>
              <p:xfrm>
                <a:off x="2671525" y="3113522"/>
                <a:ext cx="781050" cy="2714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3" imgW="1323001" imgH="457208" progId="PowerPoint.ShowMacroEnabled.12">
                        <p:embed/>
                      </p:oleObj>
                    </mc:Choice>
                    <mc:Fallback>
                      <p:oleObj name="Presentation" r:id="rId43" imgW="1323001" imgH="457208" progId="PowerPoint.ShowMacroEnabled.12">
                        <p:embed/>
                        <p:pic>
                          <p:nvPicPr>
                            <p:cNvPr id="140" name="对象 13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3F635CB8-A7EF-4D84-A21F-540A5574936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71525" y="3113522"/>
                              <a:ext cx="781050" cy="2714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40" name="对象 13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3F635CB8-A7EF-4D84-A21F-540A5574936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83432012"/>
                    </p:ext>
                  </p:extLst>
                </p:nvPr>
              </p:nvGraphicFramePr>
              <p:xfrm>
                <a:off x="2671525" y="3113522"/>
                <a:ext cx="781050" cy="2714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4101" name="Presentation" r:id="rId45" imgW="1323001" imgH="457208" progId="PowerPoint.ShowMacroEnabled.12">
                        <p:embed/>
                      </p:oleObj>
                    </mc:Choice>
                    <mc:Fallback>
                      <p:oleObj name="Presentation" r:id="rId45" imgW="1323001" imgH="457208" progId="PowerPoint.ShowMacroEnabled.12">
                        <p:embed/>
                        <p:pic>
                          <p:nvPicPr>
                            <p:cNvPr id="140" name="对象 13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3F635CB8-A7EF-4D84-A21F-540A5574936C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71525" y="3113522"/>
                              <a:ext cx="781050" cy="2714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1" name="对象 140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7D28A13C-444E-4B72-B597-946F81743D1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30822648"/>
                    </p:ext>
                  </p:extLst>
                </p:nvPr>
              </p:nvGraphicFramePr>
              <p:xfrm>
                <a:off x="2671525" y="3469537"/>
                <a:ext cx="781050" cy="2714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7" imgW="1323001" imgH="457208" progId="PowerPoint.ShowMacroEnabled.12">
                        <p:embed/>
                      </p:oleObj>
                    </mc:Choice>
                    <mc:Fallback>
                      <p:oleObj name="Presentation" r:id="rId47" imgW="1323001" imgH="457208" progId="PowerPoint.ShowMacroEnabled.12">
                        <p:embed/>
                        <p:pic>
                          <p:nvPicPr>
                            <p:cNvPr id="141" name="对象 140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7D28A13C-444E-4B72-B597-946F81743D1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71525" y="3469537"/>
                              <a:ext cx="781050" cy="2714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41" name="对象 140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7D28A13C-444E-4B72-B597-946F81743D1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30822648"/>
                    </p:ext>
                  </p:extLst>
                </p:nvPr>
              </p:nvGraphicFramePr>
              <p:xfrm>
                <a:off x="2671525" y="3469537"/>
                <a:ext cx="781050" cy="2714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4102" name="Presentation" r:id="rId48" imgW="1323001" imgH="457208" progId="PowerPoint.ShowMacroEnabled.12">
                        <p:embed/>
                      </p:oleObj>
                    </mc:Choice>
                    <mc:Fallback>
                      <p:oleObj name="Presentation" r:id="rId48" imgW="1323001" imgH="457208" progId="PowerPoint.ShowMacroEnabled.12">
                        <p:embed/>
                        <p:pic>
                          <p:nvPicPr>
                            <p:cNvPr id="141" name="对象 140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7D28A13C-444E-4B72-B597-946F81743D1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71525" y="3469537"/>
                              <a:ext cx="781050" cy="2714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9BE19B99-5AFE-4024-9E6F-4507E959B462}"/>
              </a:ext>
            </a:extLst>
          </p:cNvPr>
          <p:cNvCxnSpPr>
            <a:cxnSpLocks/>
            <a:stCxn id="145" idx="3"/>
            <a:endCxn id="153" idx="1"/>
          </p:cNvCxnSpPr>
          <p:nvPr/>
        </p:nvCxnSpPr>
        <p:spPr>
          <a:xfrm>
            <a:off x="7836064" y="3106820"/>
            <a:ext cx="1013240" cy="13798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31F9B715-79DA-4A77-95DB-670D421B666C}"/>
                  </a:ext>
                </a:extLst>
              </p:cNvPr>
              <p:cNvSpPr/>
              <p:nvPr/>
            </p:nvSpPr>
            <p:spPr>
              <a:xfrm>
                <a:off x="6635146" y="2923864"/>
                <a:ext cx="396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31F9B715-79DA-4A77-95DB-670D421B66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146" y="2923864"/>
                <a:ext cx="396262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5" name="对象 144">
            <a:hlinkClick r:id="" action="ppaction://ole?verb=0"/>
            <a:extLst>
              <a:ext uri="{FF2B5EF4-FFF2-40B4-BE49-F238E27FC236}">
                <a16:creationId xmlns:a16="http://schemas.microsoft.com/office/drawing/2014/main" id="{C44F621D-91E3-46C3-944D-4271FB512E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269112"/>
              </p:ext>
            </p:extLst>
          </p:nvPr>
        </p:nvGraphicFramePr>
        <p:xfrm>
          <a:off x="6977231" y="2974268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32" imgW="1477064" imgH="457208" progId="PowerPoint.ShowMacroEnabled.12">
                  <p:embed/>
                </p:oleObj>
              </mc:Choice>
              <mc:Fallback>
                <p:oleObj name="Presentation" r:id="rId32" imgW="1477064" imgH="457208" progId="PowerPoint.ShowMacroEnabled.12">
                  <p:embed/>
                  <p:pic>
                    <p:nvPicPr>
                      <p:cNvPr id="145" name="对象 144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C44F621D-91E3-46C3-944D-4271FB512E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977231" y="2974268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对象 145">
            <a:hlinkClick r:id="" action="ppaction://ole?verb=0"/>
            <a:extLst>
              <a:ext uri="{FF2B5EF4-FFF2-40B4-BE49-F238E27FC236}">
                <a16:creationId xmlns:a16="http://schemas.microsoft.com/office/drawing/2014/main" id="{6F804F06-9787-427E-BA6D-8D3C0F71ED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369170"/>
              </p:ext>
            </p:extLst>
          </p:nvPr>
        </p:nvGraphicFramePr>
        <p:xfrm>
          <a:off x="6977231" y="3625868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0" imgW="1477064" imgH="457208" progId="PowerPoint.ShowMacroEnabled.12">
                  <p:embed/>
                </p:oleObj>
              </mc:Choice>
              <mc:Fallback>
                <p:oleObj name="Presentation" r:id="rId50" imgW="1477064" imgH="457208" progId="PowerPoint.ShowMacroEnabled.12">
                  <p:embed/>
                  <p:pic>
                    <p:nvPicPr>
                      <p:cNvPr id="146" name="对象 145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6F804F06-9787-427E-BA6D-8D3C0F71ED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977231" y="3625868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" name="对象 146">
            <a:hlinkClick r:id="" action="ppaction://ole?verb=0"/>
            <a:extLst>
              <a:ext uri="{FF2B5EF4-FFF2-40B4-BE49-F238E27FC236}">
                <a16:creationId xmlns:a16="http://schemas.microsoft.com/office/drawing/2014/main" id="{659CC7AA-A4EA-4818-8ECF-2B72D1156C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9610"/>
              </p:ext>
            </p:extLst>
          </p:nvPr>
        </p:nvGraphicFramePr>
        <p:xfrm>
          <a:off x="6977231" y="3301868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1" imgW="1477064" imgH="457208" progId="PowerPoint.ShowMacroEnabled.12">
                  <p:embed/>
                </p:oleObj>
              </mc:Choice>
              <mc:Fallback>
                <p:oleObj name="Presentation" r:id="rId51" imgW="1477064" imgH="457208" progId="PowerPoint.ShowMacroEnabled.12">
                  <p:embed/>
                  <p:pic>
                    <p:nvPicPr>
                      <p:cNvPr id="147" name="对象 146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659CC7AA-A4EA-4818-8ECF-2B72D1156C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977231" y="3301868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9001FA75-C411-4E9C-A799-83D5C0CE38F3}"/>
                  </a:ext>
                </a:extLst>
              </p:cNvPr>
              <p:cNvSpPr/>
              <p:nvPr/>
            </p:nvSpPr>
            <p:spPr>
              <a:xfrm>
                <a:off x="6602210" y="3385039"/>
                <a:ext cx="4645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  <m:sub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𝐓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9001FA75-C411-4E9C-A799-83D5C0CE38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210" y="3385039"/>
                <a:ext cx="464550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25421A55-3DDA-458B-82DD-5E730926F198}"/>
              </a:ext>
            </a:extLst>
          </p:cNvPr>
          <p:cNvCxnSpPr>
            <a:cxnSpLocks/>
            <a:stCxn id="145" idx="3"/>
            <a:endCxn id="154" idx="1"/>
          </p:cNvCxnSpPr>
          <p:nvPr/>
        </p:nvCxnSpPr>
        <p:spPr>
          <a:xfrm>
            <a:off x="7836064" y="3106824"/>
            <a:ext cx="1013240" cy="49400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0FF6B3E9-B178-474E-88E0-48D7CAB19F74}"/>
              </a:ext>
            </a:extLst>
          </p:cNvPr>
          <p:cNvCxnSpPr>
            <a:cxnSpLocks/>
            <a:stCxn id="147" idx="3"/>
            <a:endCxn id="153" idx="1"/>
          </p:cNvCxnSpPr>
          <p:nvPr/>
        </p:nvCxnSpPr>
        <p:spPr>
          <a:xfrm flipV="1">
            <a:off x="7836064" y="3244808"/>
            <a:ext cx="1013240" cy="18961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8B2F4AB3-C352-4D71-A9D1-83E08932A671}"/>
              </a:ext>
            </a:extLst>
          </p:cNvPr>
          <p:cNvCxnSpPr>
            <a:cxnSpLocks/>
            <a:stCxn id="146" idx="3"/>
            <a:endCxn id="154" idx="1"/>
          </p:cNvCxnSpPr>
          <p:nvPr/>
        </p:nvCxnSpPr>
        <p:spPr>
          <a:xfrm flipV="1">
            <a:off x="7836064" y="3600827"/>
            <a:ext cx="1013240" cy="15759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53" name="对象 152">
            <a:hlinkClick r:id="" action="ppaction://ole?verb=0"/>
            <a:extLst>
              <a:ext uri="{FF2B5EF4-FFF2-40B4-BE49-F238E27FC236}">
                <a16:creationId xmlns:a16="http://schemas.microsoft.com/office/drawing/2014/main" id="{C6102485-7833-4C51-8A1B-B75EFBA3D9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693679"/>
              </p:ext>
            </p:extLst>
          </p:nvPr>
        </p:nvGraphicFramePr>
        <p:xfrm>
          <a:off x="8849304" y="3109077"/>
          <a:ext cx="781050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3" imgW="1323001" imgH="457208" progId="PowerPoint.ShowMacroEnabled.12">
                  <p:embed/>
                </p:oleObj>
              </mc:Choice>
              <mc:Fallback>
                <p:oleObj name="Presentation" r:id="rId53" imgW="1323001" imgH="457208" progId="PowerPoint.ShowMacroEnabled.12">
                  <p:embed/>
                  <p:pic>
                    <p:nvPicPr>
                      <p:cNvPr id="153" name="对象 15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C6102485-7833-4C51-8A1B-B75EFBA3D9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8849304" y="3109077"/>
                        <a:ext cx="781050" cy="27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对象 153">
            <a:hlinkClick r:id="" action="ppaction://ole?verb=0"/>
            <a:extLst>
              <a:ext uri="{FF2B5EF4-FFF2-40B4-BE49-F238E27FC236}">
                <a16:creationId xmlns:a16="http://schemas.microsoft.com/office/drawing/2014/main" id="{82CA19B6-0A65-4F8E-A613-F7B51D575E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341773"/>
              </p:ext>
            </p:extLst>
          </p:nvPr>
        </p:nvGraphicFramePr>
        <p:xfrm>
          <a:off x="8849304" y="3465092"/>
          <a:ext cx="781050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4" imgW="1323001" imgH="457208" progId="PowerPoint.ShowMacroEnabled.12">
                  <p:embed/>
                </p:oleObj>
              </mc:Choice>
              <mc:Fallback>
                <p:oleObj name="Presentation" r:id="rId54" imgW="1323001" imgH="457208" progId="PowerPoint.ShowMacroEnabled.12">
                  <p:embed/>
                  <p:pic>
                    <p:nvPicPr>
                      <p:cNvPr id="154" name="对象 15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82CA19B6-0A65-4F8E-A613-F7B51D575E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8849304" y="3465092"/>
                        <a:ext cx="781050" cy="27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0"/>
            <a:extLst>
              <a:ext uri="{FF2B5EF4-FFF2-40B4-BE49-F238E27FC236}">
                <a16:creationId xmlns:a16="http://schemas.microsoft.com/office/drawing/2014/main" id="{A262D15D-207D-45BD-B04D-6B388DD7BD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814826"/>
              </p:ext>
            </p:extLst>
          </p:nvPr>
        </p:nvGraphicFramePr>
        <p:xfrm>
          <a:off x="5585238" y="2961084"/>
          <a:ext cx="270568" cy="85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5" imgW="457161" imgH="1448066" progId="PowerPoint.ShowMacroEnabled.12">
                  <p:embed/>
                </p:oleObj>
              </mc:Choice>
              <mc:Fallback>
                <p:oleObj name="Presentation" r:id="rId55" imgW="457161" imgH="1448066" progId="PowerPoint.ShowMacroEnabled.12">
                  <p:embed/>
                  <p:pic>
                    <p:nvPicPr>
                      <p:cNvPr id="31" name="对象 30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A262D15D-207D-45BD-B04D-6B388DD7BD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5585238" y="2961084"/>
                        <a:ext cx="270568" cy="85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416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3ECB8B7-646F-4F2A-9868-A176CC72E432}"/>
              </a:ext>
            </a:extLst>
          </p:cNvPr>
          <p:cNvSpPr txBox="1"/>
          <p:nvPr/>
        </p:nvSpPr>
        <p:spPr>
          <a:xfrm>
            <a:off x="605892" y="471582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Check-in masking strategy</a:t>
            </a:r>
            <a:endParaRPr lang="zh-CN" altLang="en-US" dirty="0">
              <a:solidFill>
                <a:srgbClr val="006F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AAD9758-507D-4FA7-A09A-5E70095BB339}"/>
              </a:ext>
            </a:extLst>
          </p:cNvPr>
          <p:cNvGrpSpPr/>
          <p:nvPr/>
        </p:nvGrpSpPr>
        <p:grpSpPr>
          <a:xfrm>
            <a:off x="8239294" y="4069818"/>
            <a:ext cx="3952706" cy="2529182"/>
            <a:chOff x="126966" y="2014601"/>
            <a:chExt cx="3952706" cy="2529182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D98D813C-A0C7-42CA-BEF7-9C42F7B2D1E9}"/>
                </a:ext>
              </a:extLst>
            </p:cNvPr>
            <p:cNvSpPr/>
            <p:nvPr/>
          </p:nvSpPr>
          <p:spPr>
            <a:xfrm>
              <a:off x="126966" y="2014601"/>
              <a:ext cx="3757816" cy="252644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22B8EDD0-D8F4-48B1-87C0-9EA1AEA54014}"/>
                    </a:ext>
                  </a:extLst>
                </p:cNvPr>
                <p:cNvSpPr/>
                <p:nvPr/>
              </p:nvSpPr>
              <p:spPr>
                <a:xfrm>
                  <a:off x="1842393" y="3532554"/>
                  <a:ext cx="2237279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38FAF36D-0B25-4222-8B8B-AD17A2D80C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2393" y="3532554"/>
                  <a:ext cx="2237279" cy="338554"/>
                </a:xfrm>
                <a:prstGeom prst="rect">
                  <a:avLst/>
                </a:prstGeom>
                <a:blipFill>
                  <a:blip r:embed="rId109"/>
                  <a:stretch>
                    <a:fillRect t="-108929" r="-13896" b="-167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FBEEBA27-7604-4A51-B7A4-9D0CA3A652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1032" y="3075476"/>
              <a:ext cx="1" cy="38210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8303EFEF-1073-49A9-AC0B-DFAA106947D6}"/>
                </a:ext>
              </a:extLst>
            </p:cNvPr>
            <p:cNvSpPr txBox="1"/>
            <p:nvPr/>
          </p:nvSpPr>
          <p:spPr>
            <a:xfrm>
              <a:off x="676023" y="4174451"/>
              <a:ext cx="26597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Check-in masking strategy</a:t>
              </a:r>
              <a:endParaRPr lang="zh-CN" altLang="en-US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7F0FE2EB-78D1-46DF-87CA-FC956B8873C1}"/>
                    </a:ext>
                  </a:extLst>
                </p:cNvPr>
                <p:cNvSpPr/>
                <p:nvPr/>
              </p:nvSpPr>
              <p:spPr>
                <a:xfrm>
                  <a:off x="2078019" y="2636292"/>
                  <a:ext cx="1863459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=(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06" name="矩形 205">
                  <a:extLst>
                    <a:ext uri="{FF2B5EF4-FFF2-40B4-BE49-F238E27FC236}">
                      <a16:creationId xmlns:a16="http://schemas.microsoft.com/office/drawing/2014/main" id="{D8B10187-8115-4ACE-B6F9-A15CB802B0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8019" y="2636292"/>
                  <a:ext cx="1863459" cy="338554"/>
                </a:xfrm>
                <a:prstGeom prst="rect">
                  <a:avLst/>
                </a:prstGeom>
                <a:blipFill>
                  <a:blip r:embed="rId110"/>
                  <a:stretch>
                    <a:fillRect t="-108929" r="-22951" b="-167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61C71004-2A58-4FFF-975E-B5F679286B5A}"/>
                </a:ext>
              </a:extLst>
            </p:cNvPr>
            <p:cNvGrpSpPr/>
            <p:nvPr/>
          </p:nvGrpSpPr>
          <p:grpSpPr>
            <a:xfrm>
              <a:off x="183600" y="2076406"/>
              <a:ext cx="1879970" cy="2146345"/>
              <a:chOff x="6239678" y="2108287"/>
              <a:chExt cx="1879970" cy="2146345"/>
            </a:xfrm>
            <a:effectLst/>
          </p:grpSpPr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D8582A15-7595-4CA3-8374-A767AD71E4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249128" y="2108287"/>
                <a:ext cx="1778400" cy="2146345"/>
              </a:xfrm>
              <a:prstGeom prst="roundRect">
                <a:avLst>
                  <a:gd name="adj" fmla="val 22617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DC167920-7A54-489B-B4CE-A4B108F87825}"/>
                  </a:ext>
                </a:extLst>
              </p:cNvPr>
              <p:cNvSpPr txBox="1"/>
              <p:nvPr/>
            </p:nvSpPr>
            <p:spPr>
              <a:xfrm>
                <a:off x="6389292" y="2183052"/>
                <a:ext cx="4591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Arts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58E7EE0B-1BE7-4AA9-9DC6-D0103243BF3C}"/>
                  </a:ext>
                </a:extLst>
              </p:cNvPr>
              <p:cNvSpPr txBox="1"/>
              <p:nvPr/>
            </p:nvSpPr>
            <p:spPr>
              <a:xfrm>
                <a:off x="7026596" y="2286201"/>
                <a:ext cx="62630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Food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7F98A770-A531-4257-A764-76CD562D2254}"/>
                  </a:ext>
                </a:extLst>
              </p:cNvPr>
              <p:cNvSpPr txBox="1"/>
              <p:nvPr/>
            </p:nvSpPr>
            <p:spPr>
              <a:xfrm>
                <a:off x="7671950" y="2383357"/>
                <a:ext cx="4476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Shop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7ABBE973-4E48-4DC4-A015-B19400FC9460}"/>
                  </a:ext>
                </a:extLst>
              </p:cNvPr>
              <p:cNvSpPr txBox="1"/>
              <p:nvPr/>
            </p:nvSpPr>
            <p:spPr>
              <a:xfrm>
                <a:off x="6239678" y="3043386"/>
                <a:ext cx="58367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Coffee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F54F642-840D-41A4-9A36-D2F272DC4FE7}"/>
                  </a:ext>
                </a:extLst>
              </p:cNvPr>
              <p:cNvSpPr txBox="1"/>
              <p:nvPr/>
            </p:nvSpPr>
            <p:spPr>
              <a:xfrm>
                <a:off x="6252534" y="3503111"/>
                <a:ext cx="54699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Office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A33784A9-60E1-4675-986B-872AE5FB5C34}"/>
                  </a:ext>
                </a:extLst>
              </p:cNvPr>
              <p:cNvSpPr txBox="1"/>
              <p:nvPr/>
            </p:nvSpPr>
            <p:spPr>
              <a:xfrm>
                <a:off x="6799530" y="3751613"/>
                <a:ext cx="6833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Outdoors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0D5859A2-00DC-4A63-9494-D09535C954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8128" y="3760791"/>
                <a:ext cx="248478" cy="6482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364BB32E-B75D-4295-9E12-3CC84F4E94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53840" y="2729066"/>
                <a:ext cx="1020921" cy="1004716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471D253B-E06C-4EAC-A071-0506B11539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83753" y="2648042"/>
                <a:ext cx="1182972" cy="37271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D378C42D-AFF1-4C96-8AC1-F85DA2FFF9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130" y="2502196"/>
                <a:ext cx="459145" cy="426735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BB36A351-3480-4D70-8000-895C6A439A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48436" y="2356349"/>
                <a:ext cx="108034" cy="5401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连接符: 曲线 55">
              <a:extLst>
                <a:ext uri="{FF2B5EF4-FFF2-40B4-BE49-F238E27FC236}">
                  <a16:creationId xmlns:a16="http://schemas.microsoft.com/office/drawing/2014/main" id="{54D75386-35BF-49E2-86CE-5109A7CD3DC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52" y="2616161"/>
              <a:ext cx="305200" cy="190034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919191"/>
              </a:solidFill>
              <a:prstDash val="solid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8C4119A-BFDF-C08E-74FD-7EE5107642A3}"/>
              </a:ext>
            </a:extLst>
          </p:cNvPr>
          <p:cNvGrpSpPr/>
          <p:nvPr/>
        </p:nvGrpSpPr>
        <p:grpSpPr>
          <a:xfrm>
            <a:off x="126000" y="1677600"/>
            <a:ext cx="3757816" cy="2529182"/>
            <a:chOff x="126000" y="1677600"/>
            <a:chExt cx="3757816" cy="252918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3469858-2BA7-0F8D-7FB1-2E78F6FC7F8B}"/>
                </a:ext>
              </a:extLst>
            </p:cNvPr>
            <p:cNvSpPr/>
            <p:nvPr/>
          </p:nvSpPr>
          <p:spPr>
            <a:xfrm>
              <a:off x="126000" y="1677600"/>
              <a:ext cx="3757816" cy="252644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7FCFB841-9E37-7EC2-8509-82A84C1C647E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" y="2183130"/>
              <a:ext cx="1692000" cy="3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29F564B-B6B5-B485-7195-0B96C2D32C5E}"/>
                </a:ext>
              </a:extLst>
            </p:cNvPr>
            <p:cNvSpPr txBox="1"/>
            <p:nvPr/>
          </p:nvSpPr>
          <p:spPr>
            <a:xfrm>
              <a:off x="492177" y="3837450"/>
              <a:ext cx="3018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Masked contextual embedding</a:t>
              </a:r>
              <a:endParaRPr lang="zh-CN" altLang="en-US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35FB0B7F-3476-2BE4-F989-31E9A5A3591F}"/>
                </a:ext>
              </a:extLst>
            </p:cNvPr>
            <p:cNvSpPr/>
            <p:nvPr/>
          </p:nvSpPr>
          <p:spPr>
            <a:xfrm>
              <a:off x="990573" y="2407409"/>
              <a:ext cx="360000" cy="1296586"/>
            </a:xfrm>
            <a:prstGeom prst="roundRect">
              <a:avLst/>
            </a:prstGeom>
            <a:solidFill>
              <a:srgbClr val="F4F4F4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Masking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6BB323ED-D8A1-7DB6-325E-173B818AEAB1}"/>
                    </a:ext>
                  </a:extLst>
                </p:cNvPr>
                <p:cNvSpPr/>
                <p:nvPr/>
              </p:nvSpPr>
              <p:spPr>
                <a:xfrm>
                  <a:off x="392266" y="2316836"/>
                  <a:ext cx="33214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6BB323ED-D8A1-7DB6-325E-173B818AEA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2316836"/>
                  <a:ext cx="332142" cy="369332"/>
                </a:xfrm>
                <a:prstGeom prst="rect">
                  <a:avLst/>
                </a:prstGeom>
                <a:blipFill>
                  <a:blip r:embed="rId1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11201A48-8C90-32AC-B67A-1486A7C495F4}"/>
                    </a:ext>
                  </a:extLst>
                </p:cNvPr>
                <p:cNvSpPr/>
                <p:nvPr/>
              </p:nvSpPr>
              <p:spPr>
                <a:xfrm>
                  <a:off x="392266" y="2641830"/>
                  <a:ext cx="36420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11201A48-8C90-32AC-B67A-1486A7C495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2641830"/>
                  <a:ext cx="364202" cy="369332"/>
                </a:xfrm>
                <a:prstGeom prst="rect">
                  <a:avLst/>
                </a:prstGeom>
                <a:blipFill>
                  <a:blip r:embed="rId1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90DD678-97E2-C948-681D-C1D4EADE84AF}"/>
                    </a:ext>
                  </a:extLst>
                </p:cNvPr>
                <p:cNvSpPr/>
                <p:nvPr/>
              </p:nvSpPr>
              <p:spPr>
                <a:xfrm>
                  <a:off x="392266" y="1991842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90DD678-97E2-C948-681D-C1D4EADE84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1991842"/>
                  <a:ext cx="396262" cy="369332"/>
                </a:xfrm>
                <a:prstGeom prst="rect">
                  <a:avLst/>
                </a:prstGeom>
                <a:blipFill>
                  <a:blip r:embed="rId1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7E254875-7CF9-4051-1ED9-46F9D9C1A759}"/>
                    </a:ext>
                  </a:extLst>
                </p:cNvPr>
                <p:cNvSpPr/>
                <p:nvPr/>
              </p:nvSpPr>
              <p:spPr>
                <a:xfrm>
                  <a:off x="392266" y="3291818"/>
                  <a:ext cx="34336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7E254875-7CF9-4051-1ED9-46F9D9C1A7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3291818"/>
                  <a:ext cx="343364" cy="369332"/>
                </a:xfrm>
                <a:prstGeom prst="rect">
                  <a:avLst/>
                </a:prstGeom>
                <a:blipFill>
                  <a:blip r:embed="rId1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832D1CA3-48DA-37FD-1F61-994A8F040939}"/>
                    </a:ext>
                  </a:extLst>
                </p:cNvPr>
                <p:cNvSpPr/>
                <p:nvPr/>
              </p:nvSpPr>
              <p:spPr>
                <a:xfrm>
                  <a:off x="392266" y="2966824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832D1CA3-48DA-37FD-1F61-994A8F0409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2966824"/>
                  <a:ext cx="396262" cy="369332"/>
                </a:xfrm>
                <a:prstGeom prst="rect">
                  <a:avLst/>
                </a:prstGeom>
                <a:blipFill>
                  <a:blip r:embed="rId1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96048138-02A7-B2C4-8BB0-6446BA9ADBC6}"/>
                    </a:ext>
                  </a:extLst>
                </p:cNvPr>
                <p:cNvSpPr/>
                <p:nvPr/>
              </p:nvSpPr>
              <p:spPr>
                <a:xfrm>
                  <a:off x="1541640" y="2220136"/>
                  <a:ext cx="7052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96048138-02A7-B2C4-8BB0-6446BA9ADB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1640" y="2220136"/>
                  <a:ext cx="705258" cy="369332"/>
                </a:xfrm>
                <a:prstGeom prst="rect">
                  <a:avLst/>
                </a:prstGeom>
                <a:blipFill>
                  <a:blip r:embed="rId1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7C27727-98F4-8986-70CF-FADE1E916F0D}"/>
                    </a:ext>
                  </a:extLst>
                </p:cNvPr>
                <p:cNvSpPr/>
                <p:nvPr/>
              </p:nvSpPr>
              <p:spPr>
                <a:xfrm>
                  <a:off x="1541640" y="2580346"/>
                  <a:ext cx="7116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7C27727-98F4-8986-70CF-FADE1E916F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1640" y="2580346"/>
                  <a:ext cx="711669" cy="369332"/>
                </a:xfrm>
                <a:prstGeom prst="rect">
                  <a:avLst/>
                </a:prstGeom>
                <a:blipFill>
                  <a:blip r:embed="rId1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C3F7CCC-A399-7994-1EC2-9379809D2FCE}"/>
                    </a:ext>
                  </a:extLst>
                </p:cNvPr>
                <p:cNvSpPr/>
                <p:nvPr/>
              </p:nvSpPr>
              <p:spPr>
                <a:xfrm>
                  <a:off x="1541640" y="2940556"/>
                  <a:ext cx="72930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3C3F7CCC-A399-7994-1EC2-9379809D2F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1640" y="2940556"/>
                  <a:ext cx="729302" cy="369332"/>
                </a:xfrm>
                <a:prstGeom prst="rect">
                  <a:avLst/>
                </a:prstGeom>
                <a:blipFill>
                  <a:blip r:embed="rId1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06F7A398-1C11-9EDA-51B2-FC25AD70AF77}"/>
                    </a:ext>
                  </a:extLst>
                </p:cNvPr>
                <p:cNvSpPr/>
                <p:nvPr/>
              </p:nvSpPr>
              <p:spPr>
                <a:xfrm>
                  <a:off x="1541640" y="3300767"/>
                  <a:ext cx="7148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06F7A398-1C11-9EDA-51B2-FC25AD70AF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1640" y="3300767"/>
                  <a:ext cx="714875" cy="369332"/>
                </a:xfrm>
                <a:prstGeom prst="rect">
                  <a:avLst/>
                </a:prstGeom>
                <a:blipFill>
                  <a:blip r:embed="rId1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9E45C89-298C-849E-02B5-EDD027D40425}"/>
                </a:ext>
              </a:extLst>
            </p:cNvPr>
            <p:cNvSpPr/>
            <p:nvPr/>
          </p:nvSpPr>
          <p:spPr>
            <a:xfrm>
              <a:off x="2506062" y="1864732"/>
              <a:ext cx="360000" cy="1833934"/>
            </a:xfrm>
            <a:prstGeom prst="roundRect">
              <a:avLst/>
            </a:prstGeom>
            <a:solidFill>
              <a:srgbClr val="F4F4F4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 Layer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0" name="对象 1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A27E654A-8D51-87AC-0FFB-4E66EACBAE2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29646343"/>
                    </p:ext>
                  </p:extLst>
                </p:nvPr>
              </p:nvGraphicFramePr>
              <p:xfrm>
                <a:off x="3240442" y="269062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1" imgW="457208" imgH="457161" progId="PowerPoint.ShowMacroEnabled.12">
                        <p:embed/>
                      </p:oleObj>
                    </mc:Choice>
                    <mc:Fallback>
                      <p:oleObj name="Presentation" r:id="rId121" imgW="457208" imgH="457161" progId="PowerPoint.ShowMacroEnabled.12">
                        <p:embed/>
                        <p:pic>
                          <p:nvPicPr>
                            <p:cNvPr id="252" name="对象 25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C3BC5FF0-3D7D-449E-9021-BDD0AEF814F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269062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0" name="对象 1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A27E654A-8D51-87AC-0FFB-4E66EACBAE2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29646343"/>
                    </p:ext>
                  </p:extLst>
                </p:nvPr>
              </p:nvGraphicFramePr>
              <p:xfrm>
                <a:off x="3240442" y="269062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1" imgW="457208" imgH="457161" progId="PowerPoint.ShowMacroEnabled.12">
                        <p:embed/>
                      </p:oleObj>
                    </mc:Choice>
                    <mc:Fallback>
                      <p:oleObj name="Presentation" r:id="rId121" imgW="457208" imgH="457161" progId="PowerPoint.ShowMacroEnabled.12">
                        <p:embed/>
                        <p:pic>
                          <p:nvPicPr>
                            <p:cNvPr id="252" name="对象 25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C3BC5FF0-3D7D-449E-9021-BDD0AEF814F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269062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1" name="对象 20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B1AF275-3AE6-02BB-6FED-FD407B4A122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15694002"/>
                    </p:ext>
                  </p:extLst>
                </p:nvPr>
              </p:nvGraphicFramePr>
              <p:xfrm>
                <a:off x="3240442" y="3019825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3" imgW="457208" imgH="457161" progId="PowerPoint.ShowMacroEnabled.12">
                        <p:embed/>
                      </p:oleObj>
                    </mc:Choice>
                    <mc:Fallback>
                      <p:oleObj name="Presentation" r:id="rId123" imgW="457208" imgH="457161" progId="PowerPoint.ShowMacroEnabled.12">
                        <p:embed/>
                        <p:pic>
                          <p:nvPicPr>
                            <p:cNvPr id="253" name="对象 252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D9267F4B-DEC2-44AD-8334-467C7709F91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3019825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1" name="对象 20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B1AF275-3AE6-02BB-6FED-FD407B4A122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15694002"/>
                    </p:ext>
                  </p:extLst>
                </p:nvPr>
              </p:nvGraphicFramePr>
              <p:xfrm>
                <a:off x="3240442" y="3019825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3" imgW="457208" imgH="457161" progId="PowerPoint.ShowMacroEnabled.12">
                        <p:embed/>
                      </p:oleObj>
                    </mc:Choice>
                    <mc:Fallback>
                      <p:oleObj name="Presentation" r:id="rId123" imgW="457208" imgH="457161" progId="PowerPoint.ShowMacroEnabled.12">
                        <p:embed/>
                        <p:pic>
                          <p:nvPicPr>
                            <p:cNvPr id="253" name="对象 252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D9267F4B-DEC2-44AD-8334-467C7709F91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3019825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2" name="对象 2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A9A36A9D-CADF-AE74-8ACF-87DCD70FA4E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50011828"/>
                    </p:ext>
                  </p:extLst>
                </p:nvPr>
              </p:nvGraphicFramePr>
              <p:xfrm>
                <a:off x="3240442" y="334903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5" imgW="457208" imgH="457161" progId="PowerPoint.ShowMacroEnabled.12">
                        <p:embed/>
                      </p:oleObj>
                    </mc:Choice>
                    <mc:Fallback>
                      <p:oleObj name="Presentation" r:id="rId125" imgW="457208" imgH="457161" progId="PowerPoint.ShowMacroEnabled.12">
                        <p:embed/>
                        <p:pic>
                          <p:nvPicPr>
                            <p:cNvPr id="254" name="对象 253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FD6AB9E-6D47-43A2-86AC-DB2B43AD50C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334903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2" name="对象 2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A9A36A9D-CADF-AE74-8ACF-87DCD70FA4E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50011828"/>
                    </p:ext>
                  </p:extLst>
                </p:nvPr>
              </p:nvGraphicFramePr>
              <p:xfrm>
                <a:off x="3240442" y="334903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5" imgW="457208" imgH="457161" progId="PowerPoint.ShowMacroEnabled.12">
                        <p:embed/>
                      </p:oleObj>
                    </mc:Choice>
                    <mc:Fallback>
                      <p:oleObj name="Presentation" r:id="rId125" imgW="457208" imgH="457161" progId="PowerPoint.ShowMacroEnabled.12">
                        <p:embed/>
                        <p:pic>
                          <p:nvPicPr>
                            <p:cNvPr id="254" name="对象 253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FD6AB9E-6D47-43A2-86AC-DB2B43AD50C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334903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530CD5A5-1D9D-AAE0-6FB3-95E2A2C40D0C}"/>
                </a:ext>
              </a:extLst>
            </p:cNvPr>
            <p:cNvCxnSpPr>
              <a:cxnSpLocks/>
            </p:cNvCxnSpPr>
            <p:nvPr/>
          </p:nvCxnSpPr>
          <p:spPr>
            <a:xfrm>
              <a:off x="685166" y="2975280"/>
              <a:ext cx="252000" cy="60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E2B31EB3-1B6D-84E8-A868-70CDB6C8C598}"/>
                </a:ext>
              </a:extLst>
            </p:cNvPr>
            <p:cNvCxnSpPr>
              <a:cxnSpLocks/>
            </p:cNvCxnSpPr>
            <p:nvPr/>
          </p:nvCxnSpPr>
          <p:spPr>
            <a:xfrm>
              <a:off x="1418972" y="2975280"/>
              <a:ext cx="252000" cy="60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1E7DD895-E21A-F116-51E3-C0A5AD2263F4}"/>
                </a:ext>
              </a:extLst>
            </p:cNvPr>
            <p:cNvCxnSpPr>
              <a:cxnSpLocks/>
            </p:cNvCxnSpPr>
            <p:nvPr/>
          </p:nvCxnSpPr>
          <p:spPr>
            <a:xfrm>
              <a:off x="2168381" y="2975280"/>
              <a:ext cx="252000" cy="60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997ECC3-7F3A-95BA-3335-DE6E35477098}"/>
                </a:ext>
              </a:extLst>
            </p:cNvPr>
            <p:cNvCxnSpPr>
              <a:cxnSpLocks/>
            </p:cNvCxnSpPr>
            <p:nvPr/>
          </p:nvCxnSpPr>
          <p:spPr>
            <a:xfrm>
              <a:off x="2946064" y="2825204"/>
              <a:ext cx="252000" cy="60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7" name="对象 2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FE9DDEEA-818F-AD31-E928-2DABC3D80EB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22987454"/>
                    </p:ext>
                  </p:extLst>
                </p:nvPr>
              </p:nvGraphicFramePr>
              <p:xfrm>
                <a:off x="3240000" y="203400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7" imgW="457208" imgH="457161" progId="PowerPoint.ShowMacroEnabled.12">
                        <p:embed/>
                      </p:oleObj>
                    </mc:Choice>
                    <mc:Fallback>
                      <p:oleObj name="Presentation" r:id="rId127" imgW="457208" imgH="457161" progId="PowerPoint.ShowMacroEnabled.12">
                        <p:embed/>
                        <p:pic>
                          <p:nvPicPr>
                            <p:cNvPr id="24" name="对象 23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05FCB99A-0542-4B8E-9AB9-4BEF6BDA81A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000" y="203400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7" name="对象 2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FE9DDEEA-818F-AD31-E928-2DABC3D80EB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22987454"/>
                    </p:ext>
                  </p:extLst>
                </p:nvPr>
              </p:nvGraphicFramePr>
              <p:xfrm>
                <a:off x="3240000" y="203400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7" imgW="457208" imgH="457161" progId="PowerPoint.ShowMacroEnabled.12">
                        <p:embed/>
                      </p:oleObj>
                    </mc:Choice>
                    <mc:Fallback>
                      <p:oleObj name="Presentation" r:id="rId127" imgW="457208" imgH="457161" progId="PowerPoint.ShowMacroEnabled.12">
                        <p:embed/>
                        <p:pic>
                          <p:nvPicPr>
                            <p:cNvPr id="24" name="对象 23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05FCB99A-0542-4B8E-9AB9-4BEF6BDA81A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000" y="203400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8" name="对象 2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A67C2E0A-C168-C32A-689B-9CA51C54811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478422"/>
                    </p:ext>
                  </p:extLst>
                </p:nvPr>
              </p:nvGraphicFramePr>
              <p:xfrm>
                <a:off x="3240000" y="236160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9" imgW="457161" imgH="457208" progId="PowerPoint.ShowMacroEnabled.12">
                        <p:embed/>
                      </p:oleObj>
                    </mc:Choice>
                    <mc:Fallback>
                      <p:oleObj name="Presentation" r:id="rId129" imgW="457161" imgH="457208" progId="PowerPoint.ShowMacroEnabled.12">
                        <p:embed/>
                        <p:pic>
                          <p:nvPicPr>
                            <p:cNvPr id="20" name="对象 1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27E654A-8D51-87AC-0FFB-4E66EACBAE2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3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000" y="236160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8" name="对象 2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A67C2E0A-C168-C32A-689B-9CA51C54811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478422"/>
                    </p:ext>
                  </p:extLst>
                </p:nvPr>
              </p:nvGraphicFramePr>
              <p:xfrm>
                <a:off x="3240000" y="236160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29" imgW="457161" imgH="457208" progId="PowerPoint.ShowMacroEnabled.12">
                        <p:embed/>
                      </p:oleObj>
                    </mc:Choice>
                    <mc:Fallback>
                      <p:oleObj name="Presentation" r:id="rId129" imgW="457161" imgH="457208" progId="PowerPoint.ShowMacroEnabled.12">
                        <p:embed/>
                        <p:pic>
                          <p:nvPicPr>
                            <p:cNvPr id="20" name="对象 1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27E654A-8D51-87AC-0FFB-4E66EACBAE2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3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000" y="236160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259517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60BFCF8-7584-4F32-8772-C3CACD016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770" y="3339763"/>
            <a:ext cx="3447762" cy="259922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9C6173-6EED-4DE2-B835-C99CB9F07C2B}"/>
              </a:ext>
            </a:extLst>
          </p:cNvPr>
          <p:cNvSpPr/>
          <p:nvPr/>
        </p:nvSpPr>
        <p:spPr>
          <a:xfrm>
            <a:off x="2777687" y="3432357"/>
            <a:ext cx="3256544" cy="25264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25E6C19-3EF2-4F5D-9324-F4205EB63BEB}"/>
              </a:ext>
            </a:extLst>
          </p:cNvPr>
          <p:cNvSpPr/>
          <p:nvPr/>
        </p:nvSpPr>
        <p:spPr>
          <a:xfrm>
            <a:off x="4286107" y="3504436"/>
            <a:ext cx="360000" cy="2016000"/>
          </a:xfrm>
          <a:prstGeom prst="roundRect">
            <a:avLst/>
          </a:prstGeom>
          <a:solidFill>
            <a:srgbClr val="F4F4F4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7350E55-CFC3-438C-8496-CC344D5D7B80}"/>
              </a:ext>
            </a:extLst>
          </p:cNvPr>
          <p:cNvSpPr/>
          <p:nvPr/>
        </p:nvSpPr>
        <p:spPr>
          <a:xfrm>
            <a:off x="4900134" y="4081899"/>
            <a:ext cx="1063887" cy="63730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4FA180-6074-4EE7-92A1-BEFAD7EBE2C1}"/>
              </a:ext>
            </a:extLst>
          </p:cNvPr>
          <p:cNvSpPr txBox="1"/>
          <p:nvPr/>
        </p:nvSpPr>
        <p:spPr>
          <a:xfrm>
            <a:off x="4867310" y="4092776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task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51D4630-C459-4258-B923-8A6300A0C66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646111" y="4400553"/>
            <a:ext cx="254023" cy="1"/>
          </a:xfrm>
          <a:prstGeom prst="straightConnector1">
            <a:avLst/>
          </a:prstGeom>
          <a:ln w="9525" cap="flat" cmpd="sng" algn="ctr">
            <a:solidFill>
              <a:srgbClr val="919191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7D053AC-144C-45B9-BDF0-F77C9546F9F7}"/>
                  </a:ext>
                </a:extLst>
              </p:cNvPr>
              <p:cNvSpPr/>
              <p:nvPr/>
            </p:nvSpPr>
            <p:spPr>
              <a:xfrm>
                <a:off x="5089415" y="4322689"/>
                <a:ext cx="685316" cy="396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7D053AC-144C-45B9-BDF0-F77C9546F9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415" y="4322689"/>
                <a:ext cx="685316" cy="396519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对象 23">
            <a:hlinkClick r:id="" action="ppaction://ole?verb=0"/>
            <a:extLst>
              <a:ext uri="{FF2B5EF4-FFF2-40B4-BE49-F238E27FC236}">
                <a16:creationId xmlns:a16="http://schemas.microsoft.com/office/drawing/2014/main" id="{71B2D2F3-D7AB-4669-BA2F-BC311AF02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513990"/>
              </p:ext>
            </p:extLst>
          </p:nvPr>
        </p:nvGraphicFramePr>
        <p:xfrm>
          <a:off x="3578703" y="3653495"/>
          <a:ext cx="270568" cy="85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" imgW="457161" imgH="1448066" progId="PowerPoint.ShowMacroEnabled.12">
                  <p:embed/>
                </p:oleObj>
              </mc:Choice>
              <mc:Fallback>
                <p:oleObj name="Presentation" r:id="rId5" imgW="457161" imgH="1448066" progId="PowerPoint.ShowMacroEnabled.12">
                  <p:embed/>
                  <p:pic>
                    <p:nvPicPr>
                      <p:cNvPr id="24" name="对象 2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71B2D2F3-D7AB-4669-BA2F-BC311AF028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78703" y="3653495"/>
                        <a:ext cx="270568" cy="85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E7E7765-739E-4BF3-A518-F28BD2BA920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3849271" y="4081895"/>
            <a:ext cx="436836" cy="0"/>
          </a:xfrm>
          <a:prstGeom prst="straightConnector1">
            <a:avLst/>
          </a:prstGeom>
          <a:ln w="9525" cap="flat" cmpd="sng" algn="ctr">
            <a:solidFill>
              <a:srgbClr val="919191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D56123B-0795-4636-A9F9-5CF688DC0510}"/>
              </a:ext>
            </a:extLst>
          </p:cNvPr>
          <p:cNvSpPr txBox="1"/>
          <p:nvPr/>
        </p:nvSpPr>
        <p:spPr>
          <a:xfrm>
            <a:off x="605892" y="4715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</a:p>
        </p:txBody>
      </p:sp>
    </p:spTree>
    <p:extLst>
      <p:ext uri="{BB962C8B-B14F-4D97-AF65-F5344CB8AC3E}">
        <p14:creationId xmlns:p14="http://schemas.microsoft.com/office/powerpoint/2010/main" val="2285616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A5DD0DBA-76F7-46A8-A267-335CEA4166E7}"/>
              </a:ext>
            </a:extLst>
          </p:cNvPr>
          <p:cNvGrpSpPr/>
          <p:nvPr/>
        </p:nvGrpSpPr>
        <p:grpSpPr>
          <a:xfrm>
            <a:off x="3519964" y="1890855"/>
            <a:ext cx="5152072" cy="4810126"/>
            <a:chOff x="3519964" y="2047874"/>
            <a:chExt cx="5152072" cy="4810126"/>
          </a:xfrm>
        </p:grpSpPr>
        <p:pic>
          <p:nvPicPr>
            <p:cNvPr id="118" name="图片 117">
              <a:extLst>
                <a:ext uri="{FF2B5EF4-FFF2-40B4-BE49-F238E27FC236}">
                  <a16:creationId xmlns:a16="http://schemas.microsoft.com/office/drawing/2014/main" id="{0616172B-D2B4-44D5-8AA2-7DF4C5EA6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0139"/>
            <a:stretch/>
          </p:blipFill>
          <p:spPr>
            <a:xfrm>
              <a:off x="3519964" y="2047874"/>
              <a:ext cx="5152072" cy="479107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669E12E-DC30-42C7-9138-8D5134766DF2}"/>
                </a:ext>
              </a:extLst>
            </p:cNvPr>
            <p:cNvSpPr/>
            <p:nvPr/>
          </p:nvSpPr>
          <p:spPr>
            <a:xfrm>
              <a:off x="3538128" y="3429000"/>
              <a:ext cx="5115744" cy="3429000"/>
            </a:xfrm>
            <a:prstGeom prst="rect">
              <a:avLst/>
            </a:prstGeom>
            <a:noFill/>
            <a:ln w="19050">
              <a:solidFill>
                <a:srgbClr val="8B40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4ABC7DC-81AD-44E7-8904-3CCBC2FB05E0}"/>
                </a:ext>
              </a:extLst>
            </p:cNvPr>
            <p:cNvSpPr/>
            <p:nvPr/>
          </p:nvSpPr>
          <p:spPr>
            <a:xfrm>
              <a:off x="6096000" y="3429000"/>
              <a:ext cx="2557872" cy="1713600"/>
            </a:xfrm>
            <a:prstGeom prst="rect">
              <a:avLst/>
            </a:prstGeom>
            <a:noFill/>
            <a:ln w="19050">
              <a:solidFill>
                <a:srgbClr val="2D7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D090693-C5CB-49BD-ADD0-98647F450D96}"/>
                </a:ext>
              </a:extLst>
            </p:cNvPr>
            <p:cNvSpPr/>
            <p:nvPr/>
          </p:nvSpPr>
          <p:spPr>
            <a:xfrm>
              <a:off x="3538128" y="3429000"/>
              <a:ext cx="2557872" cy="1713600"/>
            </a:xfrm>
            <a:prstGeom prst="rect">
              <a:avLst/>
            </a:prstGeom>
            <a:noFill/>
            <a:ln w="19050">
              <a:solidFill>
                <a:srgbClr val="2D7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282FAA0-4B3F-417A-803B-D0D163B2A911}"/>
                </a:ext>
              </a:extLst>
            </p:cNvPr>
            <p:cNvSpPr/>
            <p:nvPr/>
          </p:nvSpPr>
          <p:spPr>
            <a:xfrm>
              <a:off x="6096000" y="5142600"/>
              <a:ext cx="2557872" cy="1713600"/>
            </a:xfrm>
            <a:prstGeom prst="rect">
              <a:avLst/>
            </a:prstGeom>
            <a:noFill/>
            <a:ln w="19050">
              <a:solidFill>
                <a:srgbClr val="2D7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F90B532-3795-41BD-90CD-5E34591C76BF}"/>
                </a:ext>
              </a:extLst>
            </p:cNvPr>
            <p:cNvSpPr/>
            <p:nvPr/>
          </p:nvSpPr>
          <p:spPr>
            <a:xfrm>
              <a:off x="3538128" y="5142600"/>
              <a:ext cx="2557872" cy="1713600"/>
            </a:xfrm>
            <a:prstGeom prst="rect">
              <a:avLst/>
            </a:prstGeom>
            <a:noFill/>
            <a:ln w="19050">
              <a:solidFill>
                <a:srgbClr val="2D7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8CD3F54-146A-48F7-98BE-BBAE86339BA1}"/>
                </a:ext>
              </a:extLst>
            </p:cNvPr>
            <p:cNvSpPr/>
            <p:nvPr/>
          </p:nvSpPr>
          <p:spPr>
            <a:xfrm>
              <a:off x="6096001" y="3429001"/>
              <a:ext cx="1276350" cy="857250"/>
            </a:xfrm>
            <a:prstGeom prst="rect">
              <a:avLst/>
            </a:prstGeom>
            <a:noFill/>
            <a:ln w="19050">
              <a:solidFill>
                <a:srgbClr val="CD7A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008FD0D-CFFF-4226-9966-FD9D247812B1}"/>
                </a:ext>
              </a:extLst>
            </p:cNvPr>
            <p:cNvSpPr/>
            <p:nvPr/>
          </p:nvSpPr>
          <p:spPr>
            <a:xfrm>
              <a:off x="7372350" y="3429000"/>
              <a:ext cx="1281522" cy="857250"/>
            </a:xfrm>
            <a:prstGeom prst="rect">
              <a:avLst/>
            </a:prstGeom>
            <a:noFill/>
            <a:ln w="19050">
              <a:solidFill>
                <a:srgbClr val="CD7A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6669284-2B28-4111-B3B2-1B401A89E6EE}"/>
                </a:ext>
              </a:extLst>
            </p:cNvPr>
            <p:cNvSpPr/>
            <p:nvPr/>
          </p:nvSpPr>
          <p:spPr>
            <a:xfrm>
              <a:off x="6095410" y="4285351"/>
              <a:ext cx="1276350" cy="857250"/>
            </a:xfrm>
            <a:prstGeom prst="rect">
              <a:avLst/>
            </a:prstGeom>
            <a:noFill/>
            <a:ln w="19050">
              <a:solidFill>
                <a:srgbClr val="CD7A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2271ACC-BBE8-46E5-BB21-882BE9AB3E20}"/>
                </a:ext>
              </a:extLst>
            </p:cNvPr>
            <p:cNvSpPr/>
            <p:nvPr/>
          </p:nvSpPr>
          <p:spPr>
            <a:xfrm>
              <a:off x="7371760" y="4286725"/>
              <a:ext cx="1282112" cy="857250"/>
            </a:xfrm>
            <a:prstGeom prst="rect">
              <a:avLst/>
            </a:prstGeom>
            <a:noFill/>
            <a:ln w="19050">
              <a:solidFill>
                <a:srgbClr val="CD7A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66F8664-300D-4EE2-B5FA-1348B7EF2CAC}"/>
                </a:ext>
              </a:extLst>
            </p:cNvPr>
            <p:cNvSpPr/>
            <p:nvPr/>
          </p:nvSpPr>
          <p:spPr>
            <a:xfrm>
              <a:off x="6098585" y="3861488"/>
              <a:ext cx="635590" cy="425237"/>
            </a:xfrm>
            <a:prstGeom prst="rect">
              <a:avLst/>
            </a:prstGeom>
            <a:noFill/>
            <a:ln w="19050">
              <a:solidFill>
                <a:srgbClr val="7A6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7EB9CF0-D7B6-44FF-8DA5-1152C176669B}"/>
                </a:ext>
              </a:extLst>
            </p:cNvPr>
            <p:cNvSpPr/>
            <p:nvPr/>
          </p:nvSpPr>
          <p:spPr>
            <a:xfrm>
              <a:off x="6736762" y="3429476"/>
              <a:ext cx="635590" cy="430638"/>
            </a:xfrm>
            <a:prstGeom prst="rect">
              <a:avLst/>
            </a:prstGeom>
            <a:noFill/>
            <a:ln w="19050">
              <a:solidFill>
                <a:srgbClr val="7A6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A2A6787-9E33-4C9C-B5DE-B641D55A58B8}"/>
                </a:ext>
              </a:extLst>
            </p:cNvPr>
            <p:cNvSpPr/>
            <p:nvPr/>
          </p:nvSpPr>
          <p:spPr>
            <a:xfrm>
              <a:off x="6736873" y="3862388"/>
              <a:ext cx="635590" cy="422962"/>
            </a:xfrm>
            <a:prstGeom prst="rect">
              <a:avLst/>
            </a:prstGeom>
            <a:noFill/>
            <a:ln w="19050">
              <a:solidFill>
                <a:srgbClr val="7A6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859C429-0795-4104-8161-124A387365A0}"/>
                </a:ext>
              </a:extLst>
            </p:cNvPr>
            <p:cNvCxnSpPr>
              <a:cxnSpLocks/>
              <a:stCxn id="30" idx="1"/>
              <a:endCxn id="32" idx="1"/>
            </p:cNvCxnSpPr>
            <p:nvPr/>
          </p:nvCxnSpPr>
          <p:spPr>
            <a:xfrm>
              <a:off x="6098585" y="3644794"/>
              <a:ext cx="638177" cy="1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A30F36C6-0939-4C5C-8881-5182AA807BD0}"/>
                </a:ext>
              </a:extLst>
            </p:cNvPr>
            <p:cNvCxnSpPr>
              <a:cxnSpLocks/>
              <a:stCxn id="30" idx="0"/>
              <a:endCxn id="31" idx="0"/>
            </p:cNvCxnSpPr>
            <p:nvPr/>
          </p:nvCxnSpPr>
          <p:spPr>
            <a:xfrm>
              <a:off x="6416380" y="3427199"/>
              <a:ext cx="0" cy="434289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EB7A99E-DE56-42CA-A958-E03E2F9F1D52}"/>
                </a:ext>
              </a:extLst>
            </p:cNvPr>
            <p:cNvSpPr/>
            <p:nvPr/>
          </p:nvSpPr>
          <p:spPr>
            <a:xfrm>
              <a:off x="6098585" y="3427199"/>
              <a:ext cx="635590" cy="435189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24D70C2-C2D3-475F-9E1F-D384DDAB63D6}"/>
                </a:ext>
              </a:extLst>
            </p:cNvPr>
            <p:cNvCxnSpPr/>
            <p:nvPr/>
          </p:nvCxnSpPr>
          <p:spPr>
            <a:xfrm>
              <a:off x="6567488" y="3426301"/>
              <a:ext cx="0" cy="216455"/>
            </a:xfrm>
            <a:prstGeom prst="line">
              <a:avLst/>
            </a:prstGeom>
            <a:ln w="6350">
              <a:solidFill>
                <a:srgbClr val="118A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019600EE-375F-4339-B628-B89866253D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3999" y="3533775"/>
              <a:ext cx="327320" cy="753"/>
            </a:xfrm>
            <a:prstGeom prst="line">
              <a:avLst/>
            </a:prstGeom>
            <a:ln w="6350">
              <a:solidFill>
                <a:srgbClr val="118A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69CB709-11CB-4592-A55A-67DBA4D873A2}"/>
                </a:ext>
              </a:extLst>
            </p:cNvPr>
            <p:cNvCxnSpPr>
              <a:cxnSpLocks/>
            </p:cNvCxnSpPr>
            <p:nvPr/>
          </p:nvCxnSpPr>
          <p:spPr>
            <a:xfrm>
              <a:off x="6653213" y="3429902"/>
              <a:ext cx="1" cy="102072"/>
            </a:xfrm>
            <a:prstGeom prst="line">
              <a:avLst/>
            </a:prstGeom>
            <a:ln w="6350">
              <a:solidFill>
                <a:srgbClr val="073B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E33E0E4-F009-45EE-ADE4-A2F1FF5DC672}"/>
                </a:ext>
              </a:extLst>
            </p:cNvPr>
            <p:cNvCxnSpPr/>
            <p:nvPr/>
          </p:nvCxnSpPr>
          <p:spPr>
            <a:xfrm>
              <a:off x="6565107" y="3480938"/>
              <a:ext cx="176212" cy="0"/>
            </a:xfrm>
            <a:prstGeom prst="line">
              <a:avLst/>
            </a:prstGeom>
            <a:ln w="6350">
              <a:solidFill>
                <a:srgbClr val="073B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C3CFC6F-4A40-40BF-A592-BDB3C680E8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0326" y="3424332"/>
              <a:ext cx="321265" cy="4668"/>
            </a:xfrm>
            <a:prstGeom prst="line">
              <a:avLst/>
            </a:prstGeom>
            <a:ln w="19050">
              <a:solidFill>
                <a:srgbClr val="118A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AA08BBF4-0AB3-4186-8863-0D0409B00E04}"/>
                </a:ext>
              </a:extLst>
            </p:cNvPr>
            <p:cNvCxnSpPr/>
            <p:nvPr/>
          </p:nvCxnSpPr>
          <p:spPr>
            <a:xfrm>
              <a:off x="6565107" y="3426301"/>
              <a:ext cx="176212" cy="0"/>
            </a:xfrm>
            <a:prstGeom prst="line">
              <a:avLst/>
            </a:prstGeom>
            <a:ln w="19050">
              <a:solidFill>
                <a:srgbClr val="073B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F958FD20-9B4F-48FB-AF09-8F2099A1B41E}"/>
                </a:ext>
              </a:extLst>
            </p:cNvPr>
            <p:cNvCxnSpPr/>
            <p:nvPr/>
          </p:nvCxnSpPr>
          <p:spPr>
            <a:xfrm>
              <a:off x="6565106" y="3531974"/>
              <a:ext cx="176212" cy="0"/>
            </a:xfrm>
            <a:prstGeom prst="line">
              <a:avLst/>
            </a:prstGeom>
            <a:ln w="6350">
              <a:solidFill>
                <a:srgbClr val="073B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273B287A-8F1A-4CD6-A5EC-1A7C1208D879}"/>
                </a:ext>
              </a:extLst>
            </p:cNvPr>
            <p:cNvCxnSpPr>
              <a:cxnSpLocks/>
            </p:cNvCxnSpPr>
            <p:nvPr/>
          </p:nvCxnSpPr>
          <p:spPr>
            <a:xfrm>
              <a:off x="6566398" y="3429902"/>
              <a:ext cx="1" cy="102072"/>
            </a:xfrm>
            <a:prstGeom prst="line">
              <a:avLst/>
            </a:prstGeom>
            <a:ln w="6350">
              <a:solidFill>
                <a:srgbClr val="073B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091585E-6360-4617-8DF7-53695616C574}"/>
                </a:ext>
              </a:extLst>
            </p:cNvPr>
            <p:cNvCxnSpPr>
              <a:cxnSpLocks/>
            </p:cNvCxnSpPr>
            <p:nvPr/>
          </p:nvCxnSpPr>
          <p:spPr>
            <a:xfrm>
              <a:off x="6735084" y="3423167"/>
              <a:ext cx="1473" cy="224908"/>
            </a:xfrm>
            <a:prstGeom prst="line">
              <a:avLst/>
            </a:prstGeom>
            <a:ln w="19050">
              <a:solidFill>
                <a:srgbClr val="118A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67C37180-2E46-45B2-925B-78AE2591DB61}"/>
                </a:ext>
              </a:extLst>
            </p:cNvPr>
            <p:cNvCxnSpPr>
              <a:cxnSpLocks/>
            </p:cNvCxnSpPr>
            <p:nvPr/>
          </p:nvCxnSpPr>
          <p:spPr>
            <a:xfrm>
              <a:off x="6734176" y="3421856"/>
              <a:ext cx="2380" cy="114300"/>
            </a:xfrm>
            <a:prstGeom prst="line">
              <a:avLst/>
            </a:prstGeom>
            <a:ln w="19050">
              <a:solidFill>
                <a:srgbClr val="073B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3ABBDF0D-178D-4A79-9C55-2F0D857812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1414" y="3643484"/>
              <a:ext cx="327320" cy="753"/>
            </a:xfrm>
            <a:prstGeom prst="line">
              <a:avLst/>
            </a:prstGeom>
            <a:ln w="19050">
              <a:solidFill>
                <a:srgbClr val="118A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3461507A-FB53-4FF3-9FE8-AC8DA2775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5088" y="3438764"/>
              <a:ext cx="1292" cy="211692"/>
            </a:xfrm>
            <a:prstGeom prst="line">
              <a:avLst/>
            </a:prstGeom>
            <a:ln w="19050">
              <a:solidFill>
                <a:srgbClr val="118A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4" name="图片 93">
            <a:extLst>
              <a:ext uri="{FF2B5EF4-FFF2-40B4-BE49-F238E27FC236}">
                <a16:creationId xmlns:a16="http://schemas.microsoft.com/office/drawing/2014/main" id="{7583D89A-D3B7-4C4F-82EA-D635648DC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23" y="2217908"/>
            <a:ext cx="1096359" cy="307056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D462BDB3-35AE-42ED-9EE9-3A4697FA9D48}"/>
              </a:ext>
            </a:extLst>
          </p:cNvPr>
          <p:cNvGrpSpPr/>
          <p:nvPr/>
        </p:nvGrpSpPr>
        <p:grpSpPr>
          <a:xfrm>
            <a:off x="126795" y="4280117"/>
            <a:ext cx="3757816" cy="2098320"/>
            <a:chOff x="126795" y="4280117"/>
            <a:chExt cx="3757816" cy="2098320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A2D2CA77-A4AE-4A42-8136-955B8E65AC9E}"/>
                </a:ext>
              </a:extLst>
            </p:cNvPr>
            <p:cNvSpPr/>
            <p:nvPr/>
          </p:nvSpPr>
          <p:spPr>
            <a:xfrm>
              <a:off x="126795" y="4280117"/>
              <a:ext cx="3757816" cy="20983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F5EE2DEF-9409-4463-AA7E-EE5029445B0A}"/>
                </a:ext>
              </a:extLst>
            </p:cNvPr>
            <p:cNvSpPr txBox="1"/>
            <p:nvPr/>
          </p:nvSpPr>
          <p:spPr>
            <a:xfrm>
              <a:off x="360250" y="6007452"/>
              <a:ext cx="3210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 prediction auxiliary task</a:t>
              </a:r>
              <a:endParaRPr lang="zh-CN" altLang="en-US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5FCDB2A4-C645-4AE8-8235-0CC4E4752EAA}"/>
                </a:ext>
              </a:extLst>
            </p:cNvPr>
            <p:cNvSpPr txBox="1"/>
            <p:nvPr/>
          </p:nvSpPr>
          <p:spPr>
            <a:xfrm>
              <a:off x="2766190" y="4289121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POI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F745E727-D06E-463C-ABED-2A869ED288ED}"/>
                </a:ext>
              </a:extLst>
            </p:cNvPr>
            <p:cNvSpPr txBox="1"/>
            <p:nvPr/>
          </p:nvSpPr>
          <p:spPr>
            <a:xfrm>
              <a:off x="2766190" y="4585079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G@4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878AD17A-AA88-4E9F-8F63-DDAAE8356920}"/>
                </a:ext>
              </a:extLst>
            </p:cNvPr>
            <p:cNvSpPr txBox="1"/>
            <p:nvPr/>
          </p:nvSpPr>
          <p:spPr>
            <a:xfrm>
              <a:off x="2766190" y="5176995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G@6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FFA19770-2AE3-4665-BE9B-28C7A3BD542B}"/>
                </a:ext>
              </a:extLst>
            </p:cNvPr>
            <p:cNvSpPr txBox="1"/>
            <p:nvPr/>
          </p:nvSpPr>
          <p:spPr>
            <a:xfrm>
              <a:off x="2766190" y="5768912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G@8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160357D8-BBA8-44B9-AF91-65BAF535F476}"/>
                </a:ext>
              </a:extLst>
            </p:cNvPr>
            <p:cNvSpPr/>
            <p:nvPr/>
          </p:nvSpPr>
          <p:spPr>
            <a:xfrm>
              <a:off x="2480199" y="4684197"/>
              <a:ext cx="205065" cy="151893"/>
            </a:xfrm>
            <a:prstGeom prst="rect">
              <a:avLst/>
            </a:prstGeom>
            <a:noFill/>
            <a:ln w="19050">
              <a:solidFill>
                <a:srgbClr val="8B40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79E4346B-57B8-4109-B7D8-4845B8A3B403}"/>
                </a:ext>
              </a:extLst>
            </p:cNvPr>
            <p:cNvSpPr/>
            <p:nvPr/>
          </p:nvSpPr>
          <p:spPr>
            <a:xfrm>
              <a:off x="2480199" y="5271951"/>
              <a:ext cx="205065" cy="151893"/>
            </a:xfrm>
            <a:prstGeom prst="rect">
              <a:avLst/>
            </a:prstGeom>
            <a:noFill/>
            <a:ln w="19050">
              <a:solidFill>
                <a:srgbClr val="CD7A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F3DD13A5-8AFA-4649-9F5E-E9EC0527EB86}"/>
                </a:ext>
              </a:extLst>
            </p:cNvPr>
            <p:cNvSpPr/>
            <p:nvPr/>
          </p:nvSpPr>
          <p:spPr>
            <a:xfrm>
              <a:off x="2480199" y="4978074"/>
              <a:ext cx="205065" cy="151893"/>
            </a:xfrm>
            <a:prstGeom prst="rect">
              <a:avLst/>
            </a:prstGeom>
            <a:noFill/>
            <a:ln w="19050">
              <a:solidFill>
                <a:srgbClr val="2D7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C184E7CD-7C01-4FB9-9BDC-BA77F7E196D7}"/>
                </a:ext>
              </a:extLst>
            </p:cNvPr>
            <p:cNvGrpSpPr/>
            <p:nvPr/>
          </p:nvGrpSpPr>
          <p:grpSpPr>
            <a:xfrm>
              <a:off x="183600" y="4345200"/>
              <a:ext cx="1756394" cy="1668652"/>
              <a:chOff x="1" y="3458550"/>
              <a:chExt cx="1756394" cy="1668652"/>
            </a:xfrm>
          </p:grpSpPr>
          <p:pic>
            <p:nvPicPr>
              <p:cNvPr id="127" name="图片 126">
                <a:extLst>
                  <a:ext uri="{FF2B5EF4-FFF2-40B4-BE49-F238E27FC236}">
                    <a16:creationId xmlns:a16="http://schemas.microsoft.com/office/drawing/2014/main" id="{FDB14610-8817-4523-A551-B2BE769225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0139" r="2117"/>
              <a:stretch/>
            </p:blipFill>
            <p:spPr>
              <a:xfrm>
                <a:off x="1" y="3458550"/>
                <a:ext cx="1756394" cy="1668652"/>
              </a:xfrm>
              <a:prstGeom prst="roundRect">
                <a:avLst>
                  <a:gd name="adj" fmla="val 18108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  <p:cxnSp>
            <p:nvCxnSpPr>
              <p:cNvPr id="128" name="直接连接符 127">
                <a:extLst>
                  <a:ext uri="{FF2B5EF4-FFF2-40B4-BE49-F238E27FC236}">
                    <a16:creationId xmlns:a16="http://schemas.microsoft.com/office/drawing/2014/main" id="{4DFD5ABF-0E0D-4EB1-8ADA-9EF52B0E9D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471" y="4527380"/>
                <a:ext cx="1006" cy="588709"/>
              </a:xfrm>
              <a:prstGeom prst="line">
                <a:avLst/>
              </a:prstGeom>
              <a:ln w="19050">
                <a:solidFill>
                  <a:srgbClr val="2D78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CE843E3-8466-423E-AEA6-EF9F1814173A}"/>
                  </a:ext>
                </a:extLst>
              </p:cNvPr>
              <p:cNvSpPr/>
              <p:nvPr/>
            </p:nvSpPr>
            <p:spPr>
              <a:xfrm>
                <a:off x="2559" y="3940522"/>
                <a:ext cx="1753835" cy="1175567"/>
              </a:xfrm>
              <a:prstGeom prst="rect">
                <a:avLst/>
              </a:prstGeom>
              <a:noFill/>
              <a:ln w="19050">
                <a:solidFill>
                  <a:srgbClr val="8B40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17883222-5973-4246-B5E0-667DCAC6568C}"/>
                  </a:ext>
                </a:extLst>
              </p:cNvPr>
              <p:cNvSpPr/>
              <p:nvPr/>
            </p:nvSpPr>
            <p:spPr>
              <a:xfrm>
                <a:off x="879477" y="3940522"/>
                <a:ext cx="876917" cy="587475"/>
              </a:xfrm>
              <a:prstGeom prst="rect">
                <a:avLst/>
              </a:prstGeom>
              <a:noFill/>
              <a:ln w="19050">
                <a:solidFill>
                  <a:srgbClr val="2D78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E6D2A6B-EA07-4F2A-BE0B-BBD23B7748CB}"/>
                  </a:ext>
                </a:extLst>
              </p:cNvPr>
              <p:cNvSpPr/>
              <p:nvPr/>
            </p:nvSpPr>
            <p:spPr>
              <a:xfrm>
                <a:off x="2559" y="3940522"/>
                <a:ext cx="876917" cy="587475"/>
              </a:xfrm>
              <a:prstGeom prst="rect">
                <a:avLst/>
              </a:prstGeom>
              <a:noFill/>
              <a:ln w="19050">
                <a:solidFill>
                  <a:srgbClr val="2D78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E32D1D00-9D38-4F8E-9722-818C10AA318D}"/>
                  </a:ext>
                </a:extLst>
              </p:cNvPr>
              <p:cNvSpPr/>
              <p:nvPr/>
            </p:nvSpPr>
            <p:spPr>
              <a:xfrm>
                <a:off x="879477" y="3940522"/>
                <a:ext cx="437572" cy="293892"/>
              </a:xfrm>
              <a:prstGeom prst="rect">
                <a:avLst/>
              </a:prstGeom>
              <a:noFill/>
              <a:ln w="19050">
                <a:solidFill>
                  <a:srgbClr val="CD7A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92ACF74D-4C09-4A0E-9238-D971800333E9}"/>
                  </a:ext>
                </a:extLst>
              </p:cNvPr>
              <p:cNvSpPr/>
              <p:nvPr/>
            </p:nvSpPr>
            <p:spPr>
              <a:xfrm>
                <a:off x="1318822" y="3940522"/>
                <a:ext cx="437572" cy="293892"/>
              </a:xfrm>
              <a:prstGeom prst="rect">
                <a:avLst/>
              </a:prstGeom>
              <a:noFill/>
              <a:ln w="19050">
                <a:solidFill>
                  <a:srgbClr val="CD7A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9EFB8B6B-A412-4CBC-A2E8-811D7E736F99}"/>
                  </a:ext>
                </a:extLst>
              </p:cNvPr>
              <p:cNvSpPr/>
              <p:nvPr/>
            </p:nvSpPr>
            <p:spPr>
              <a:xfrm>
                <a:off x="880363" y="4234105"/>
                <a:ext cx="437572" cy="293892"/>
              </a:xfrm>
              <a:prstGeom prst="rect">
                <a:avLst/>
              </a:prstGeom>
              <a:noFill/>
              <a:ln w="19050">
                <a:solidFill>
                  <a:srgbClr val="CD7A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EB7BEC6E-B437-4967-8E81-41A5A95A7E40}"/>
                  </a:ext>
                </a:extLst>
              </p:cNvPr>
              <p:cNvSpPr/>
              <p:nvPr/>
            </p:nvSpPr>
            <p:spPr>
              <a:xfrm>
                <a:off x="1318822" y="4233488"/>
                <a:ext cx="437572" cy="293892"/>
              </a:xfrm>
              <a:prstGeom prst="rect">
                <a:avLst/>
              </a:prstGeom>
              <a:noFill/>
              <a:ln w="19050">
                <a:solidFill>
                  <a:srgbClr val="CD7A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BE17EC8A-D02C-40BE-89B7-25F7E10ACC5C}"/>
                  </a:ext>
                </a:extLst>
              </p:cNvPr>
              <p:cNvSpPr/>
              <p:nvPr/>
            </p:nvSpPr>
            <p:spPr>
              <a:xfrm>
                <a:off x="880363" y="4087704"/>
                <a:ext cx="217900" cy="145784"/>
              </a:xfrm>
              <a:prstGeom prst="rect">
                <a:avLst/>
              </a:prstGeom>
              <a:noFill/>
              <a:ln w="19050">
                <a:solidFill>
                  <a:srgbClr val="7A65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FAE18D9D-9AC1-4586-9C79-ACCBD7CFFF8D}"/>
                  </a:ext>
                </a:extLst>
              </p:cNvPr>
              <p:cNvSpPr/>
              <p:nvPr/>
            </p:nvSpPr>
            <p:spPr>
              <a:xfrm>
                <a:off x="1099149" y="3939596"/>
                <a:ext cx="217900" cy="150122"/>
              </a:xfrm>
              <a:prstGeom prst="rect">
                <a:avLst/>
              </a:prstGeom>
              <a:noFill/>
              <a:ln w="19050">
                <a:solidFill>
                  <a:srgbClr val="7A65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E40D37C-4E1B-4D27-A376-4986035F101B}"/>
                  </a:ext>
                </a:extLst>
              </p:cNvPr>
              <p:cNvSpPr/>
              <p:nvPr/>
            </p:nvSpPr>
            <p:spPr>
              <a:xfrm>
                <a:off x="1100276" y="4086469"/>
                <a:ext cx="217900" cy="147636"/>
              </a:xfrm>
              <a:prstGeom prst="rect">
                <a:avLst/>
              </a:prstGeom>
              <a:noFill/>
              <a:ln w="19050">
                <a:solidFill>
                  <a:srgbClr val="7A65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5B96432B-A5A1-4D44-9511-CB16EF79FD66}"/>
                  </a:ext>
                </a:extLst>
              </p:cNvPr>
              <p:cNvCxnSpPr>
                <a:cxnSpLocks/>
                <a:stCxn id="141" idx="1"/>
                <a:endCxn id="137" idx="1"/>
              </p:cNvCxnSpPr>
              <p:nvPr/>
            </p:nvCxnSpPr>
            <p:spPr>
              <a:xfrm>
                <a:off x="880363" y="4014502"/>
                <a:ext cx="218786" cy="155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B1F95B1E-2D03-4FC1-A6F5-9A68A751BA63}"/>
                  </a:ext>
                </a:extLst>
              </p:cNvPr>
              <p:cNvCxnSpPr>
                <a:stCxn id="141" idx="0"/>
                <a:endCxn id="136" idx="0"/>
              </p:cNvCxnSpPr>
              <p:nvPr/>
            </p:nvCxnSpPr>
            <p:spPr>
              <a:xfrm>
                <a:off x="989313" y="3939904"/>
                <a:ext cx="0" cy="147799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B5FF6FBD-8577-41C1-A9E1-B3B345659ADC}"/>
                  </a:ext>
                </a:extLst>
              </p:cNvPr>
              <p:cNvSpPr/>
              <p:nvPr/>
            </p:nvSpPr>
            <p:spPr>
              <a:xfrm>
                <a:off x="880363" y="3939904"/>
                <a:ext cx="217900" cy="149196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0A5D6E8E-8228-409D-A5B4-0552803EE9D4}"/>
                </a:ext>
              </a:extLst>
            </p:cNvPr>
            <p:cNvSpPr txBox="1"/>
            <p:nvPr/>
          </p:nvSpPr>
          <p:spPr>
            <a:xfrm>
              <a:off x="2766190" y="4881037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G@5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C44D27D5-BF6B-40D5-8365-0CF6C361F86F}"/>
                </a:ext>
              </a:extLst>
            </p:cNvPr>
            <p:cNvSpPr txBox="1"/>
            <p:nvPr/>
          </p:nvSpPr>
          <p:spPr>
            <a:xfrm>
              <a:off x="2766190" y="5472953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G@7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222DD9F9-78D8-4874-A014-42C0D242BB92}"/>
                </a:ext>
              </a:extLst>
            </p:cNvPr>
            <p:cNvSpPr/>
            <p:nvPr/>
          </p:nvSpPr>
          <p:spPr>
            <a:xfrm>
              <a:off x="2480199" y="5565828"/>
              <a:ext cx="205065" cy="151893"/>
            </a:xfrm>
            <a:prstGeom prst="rect">
              <a:avLst/>
            </a:prstGeom>
            <a:noFill/>
            <a:ln w="19050">
              <a:solidFill>
                <a:srgbClr val="7A6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BC2C9821-4753-46CB-B067-9B489B3E8E51}"/>
                </a:ext>
              </a:extLst>
            </p:cNvPr>
            <p:cNvSpPr/>
            <p:nvPr/>
          </p:nvSpPr>
          <p:spPr>
            <a:xfrm>
              <a:off x="2480199" y="5859704"/>
              <a:ext cx="205065" cy="151893"/>
            </a:xfrm>
            <a:prstGeom prst="rect">
              <a:avLst/>
            </a:pr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650EA9F0-9EBB-4274-A4BF-BBB6CE1C9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4001" y="4363518"/>
              <a:ext cx="161759" cy="1617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8218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E6298E42-3414-43AA-94C7-F19CF98E2FF5}"/>
              </a:ext>
            </a:extLst>
          </p:cNvPr>
          <p:cNvGrpSpPr/>
          <p:nvPr/>
        </p:nvGrpSpPr>
        <p:grpSpPr>
          <a:xfrm>
            <a:off x="3524571" y="2000428"/>
            <a:ext cx="5142857" cy="2857143"/>
            <a:chOff x="3524571" y="2000428"/>
            <a:chExt cx="5142857" cy="285714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0A68136-6A99-4481-B25E-D081795BE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4571" y="2000428"/>
              <a:ext cx="5142857" cy="2857143"/>
            </a:xfrm>
            <a:prstGeom prst="rect">
              <a:avLst/>
            </a:prstGeom>
          </p:spPr>
        </p:pic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6B139DDE-8790-448B-8A0F-21EE07299DB5}"/>
                </a:ext>
              </a:extLst>
            </p:cNvPr>
            <p:cNvCxnSpPr>
              <a:cxnSpLocks/>
            </p:cNvCxnSpPr>
            <p:nvPr/>
          </p:nvCxnSpPr>
          <p:spPr>
            <a:xfrm>
              <a:off x="4516017" y="4021494"/>
              <a:ext cx="2761861" cy="36389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1160916-04F1-4057-A92D-DAD2CA4C60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43600" y="3489650"/>
              <a:ext cx="1343608" cy="76510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038A70F0-1811-4693-BE29-3B54EBC91E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1633" y="3023118"/>
              <a:ext cx="121298" cy="205274"/>
            </a:xfrm>
            <a:prstGeom prst="straightConnector1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CAF0B473-384A-4F30-B04F-6EE844BE0A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2343" y="2472612"/>
              <a:ext cx="298579" cy="289249"/>
            </a:xfrm>
            <a:prstGeom prst="straightConnector1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D259C52-DFCC-4016-A9F2-410E0167549D}"/>
                </a:ext>
              </a:extLst>
            </p:cNvPr>
            <p:cNvSpPr txBox="1"/>
            <p:nvPr/>
          </p:nvSpPr>
          <p:spPr>
            <a:xfrm>
              <a:off x="3781008" y="3894896"/>
              <a:ext cx="5373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43D688B-4A88-4DB3-A2FE-E84A042EAAD8}"/>
                </a:ext>
              </a:extLst>
            </p:cNvPr>
            <p:cNvSpPr txBox="1"/>
            <p:nvPr/>
          </p:nvSpPr>
          <p:spPr>
            <a:xfrm>
              <a:off x="7473275" y="4289893"/>
              <a:ext cx="523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Shop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1CE4357-3BA9-461F-937F-E42ED27B573F}"/>
                </a:ext>
              </a:extLst>
            </p:cNvPr>
            <p:cNvSpPr txBox="1"/>
            <p:nvPr/>
          </p:nvSpPr>
          <p:spPr>
            <a:xfrm>
              <a:off x="5234474" y="3261794"/>
              <a:ext cx="5270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Food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F4CA6A8-5AD4-4A23-80C0-19BBB6A62524}"/>
                </a:ext>
              </a:extLst>
            </p:cNvPr>
            <p:cNvSpPr txBox="1"/>
            <p:nvPr/>
          </p:nvSpPr>
          <p:spPr>
            <a:xfrm>
              <a:off x="6104785" y="2790775"/>
              <a:ext cx="4591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92A2A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Arts</a:t>
              </a:r>
              <a:endParaRPr lang="zh-CN" altLang="en-US" sz="1100" dirty="0">
                <a:solidFill>
                  <a:srgbClr val="92A2A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F36D44A-69CD-416D-9212-6C4372767B38}"/>
                </a:ext>
              </a:extLst>
            </p:cNvPr>
            <p:cNvSpPr txBox="1"/>
            <p:nvPr/>
          </p:nvSpPr>
          <p:spPr>
            <a:xfrm>
              <a:off x="5686851" y="2234048"/>
              <a:ext cx="5977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92A2A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Hotel</a:t>
              </a:r>
              <a:endParaRPr lang="zh-CN" altLang="en-US" sz="1100" dirty="0">
                <a:solidFill>
                  <a:srgbClr val="92A2A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9603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E0BA110D-B0B9-4D7A-B608-8207CCB4450A}"/>
              </a:ext>
            </a:extLst>
          </p:cNvPr>
          <p:cNvGrpSpPr/>
          <p:nvPr/>
        </p:nvGrpSpPr>
        <p:grpSpPr>
          <a:xfrm>
            <a:off x="4042800" y="1677600"/>
            <a:ext cx="4669200" cy="2214000"/>
            <a:chOff x="889200" y="2326811"/>
            <a:chExt cx="4669200" cy="2214000"/>
          </a:xfrm>
        </p:grpSpPr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C9D05BA5-080D-49F7-7749-374EBEDDE23F}"/>
                </a:ext>
              </a:extLst>
            </p:cNvPr>
            <p:cNvSpPr/>
            <p:nvPr/>
          </p:nvSpPr>
          <p:spPr>
            <a:xfrm>
              <a:off x="914400" y="2326811"/>
              <a:ext cx="4644000" cy="2214000"/>
            </a:xfrm>
            <a:prstGeom prst="roundRect">
              <a:avLst/>
            </a:prstGeom>
            <a:solidFill>
              <a:srgbClr val="F8F5F9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00" name="对象 19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0CD8B32F-1027-9684-E35A-980164ECE2F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07804030"/>
                    </p:ext>
                  </p:extLst>
                </p:nvPr>
              </p:nvGraphicFramePr>
              <p:xfrm>
                <a:off x="2603671" y="3296443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" imgW="457161" imgH="457208" progId="PowerPoint.ShowMacroEnabled.12">
                        <p:embed/>
                      </p:oleObj>
                    </mc:Choice>
                    <mc:Fallback>
                      <p:oleObj name="Presentation" r:id="rId2" imgW="457161" imgH="457208" progId="PowerPoint.ShowMacroEnabled.12">
                        <p:embed/>
                        <p:pic>
                          <p:nvPicPr>
                            <p:cNvPr id="110" name="对象 10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A5286DB-A497-48D2-B546-72542CA1752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03671" y="3296443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00" name="对象 19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0CD8B32F-1027-9684-E35A-980164ECE2F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07804030"/>
                    </p:ext>
                  </p:extLst>
                </p:nvPr>
              </p:nvGraphicFramePr>
              <p:xfrm>
                <a:off x="2603671" y="3296443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" imgW="457161" imgH="457208" progId="PowerPoint.ShowMacroEnabled.12">
                        <p:embed/>
                      </p:oleObj>
                    </mc:Choice>
                    <mc:Fallback>
                      <p:oleObj name="Presentation" r:id="rId2" imgW="457161" imgH="457208" progId="PowerPoint.ShowMacroEnabled.12">
                        <p:embed/>
                        <p:pic>
                          <p:nvPicPr>
                            <p:cNvPr id="110" name="对象 10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A5286DB-A497-48D2-B546-72542CA1752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03671" y="3296443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F9D7096D-C467-6221-21C4-C96F9E02D7B4}"/>
                </a:ext>
              </a:extLst>
            </p:cNvPr>
            <p:cNvCxnSpPr>
              <a:cxnSpLocks/>
              <a:stCxn id="232" idx="3"/>
              <a:endCxn id="200" idx="0"/>
            </p:cNvCxnSpPr>
            <p:nvPr/>
          </p:nvCxnSpPr>
          <p:spPr>
            <a:xfrm>
              <a:off x="2090041" y="2741616"/>
              <a:ext cx="646830" cy="55482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3A774726-AEE1-1E95-EEF2-60A621A69448}"/>
                </a:ext>
              </a:extLst>
            </p:cNvPr>
            <p:cNvCxnSpPr>
              <a:cxnSpLocks/>
              <a:stCxn id="259" idx="3"/>
            </p:cNvCxnSpPr>
            <p:nvPr/>
          </p:nvCxnSpPr>
          <p:spPr>
            <a:xfrm>
              <a:off x="2090041" y="3084084"/>
              <a:ext cx="541721" cy="24310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2445C139-AC94-CED2-F176-D7217FEDD60C}"/>
                </a:ext>
              </a:extLst>
            </p:cNvPr>
            <p:cNvCxnSpPr>
              <a:cxnSpLocks/>
              <a:stCxn id="234" idx="3"/>
              <a:endCxn id="200" idx="2"/>
            </p:cNvCxnSpPr>
            <p:nvPr/>
          </p:nvCxnSpPr>
          <p:spPr>
            <a:xfrm flipV="1">
              <a:off x="2090041" y="3562843"/>
              <a:ext cx="646830" cy="55586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D1375AE1-A609-A7B4-C338-546D9E3E3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041" y="3528000"/>
              <a:ext cx="538430" cy="24480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5212D311-3EF2-4985-494D-14E98B3BA3EE}"/>
                </a:ext>
              </a:extLst>
            </p:cNvPr>
            <p:cNvCxnSpPr>
              <a:cxnSpLocks/>
              <a:stCxn id="220" idx="3"/>
              <a:endCxn id="200" idx="1"/>
            </p:cNvCxnSpPr>
            <p:nvPr/>
          </p:nvCxnSpPr>
          <p:spPr>
            <a:xfrm flipV="1">
              <a:off x="2090037" y="3429647"/>
              <a:ext cx="513634" cy="51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09" name="对象 20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1428BC49-0423-E7D2-AA4B-F53D5C020E9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94306082"/>
                    </p:ext>
                  </p:extLst>
                </p:nvPr>
              </p:nvGraphicFramePr>
              <p:xfrm>
                <a:off x="3136265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" imgW="457208" imgH="1447975" progId="PowerPoint.ShowMacroEnabled.12">
                        <p:embed/>
                      </p:oleObj>
                    </mc:Choice>
                    <mc:Fallback>
                      <p:oleObj name="Presentation" r:id="rId4" imgW="457208" imgH="1447975" progId="PowerPoint.ShowMacroEnabled.12">
                        <p:embed/>
                        <p:pic>
                          <p:nvPicPr>
                            <p:cNvPr id="116" name="对象 11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B04D0B3-51EA-491A-908C-53536720F01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36265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09" name="对象 20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1428BC49-0423-E7D2-AA4B-F53D5C020E9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94306082"/>
                    </p:ext>
                  </p:extLst>
                </p:nvPr>
              </p:nvGraphicFramePr>
              <p:xfrm>
                <a:off x="3136265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" imgW="457208" imgH="1447975" progId="PowerPoint.ShowMacroEnabled.12">
                        <p:embed/>
                      </p:oleObj>
                    </mc:Choice>
                    <mc:Fallback>
                      <p:oleObj name="Presentation" r:id="rId4" imgW="457208" imgH="1447975" progId="PowerPoint.ShowMacroEnabled.12">
                        <p:embed/>
                        <p:pic>
                          <p:nvPicPr>
                            <p:cNvPr id="116" name="对象 11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B04D0B3-51EA-491A-908C-53536720F01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36265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33037905-69CD-3D0D-C1CB-FDB769DDB8C8}"/>
                </a:ext>
              </a:extLst>
            </p:cNvPr>
            <p:cNvCxnSpPr>
              <a:cxnSpLocks/>
              <a:stCxn id="200" idx="3"/>
              <a:endCxn id="209" idx="1"/>
            </p:cNvCxnSpPr>
            <p:nvPr/>
          </p:nvCxnSpPr>
          <p:spPr>
            <a:xfrm flipV="1">
              <a:off x="2870071" y="3429004"/>
              <a:ext cx="266194" cy="64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D41E142C-457E-8DE7-7318-63CBB9203DDE}"/>
                </a:ext>
              </a:extLst>
            </p:cNvPr>
            <p:cNvCxnSpPr>
              <a:cxnSpLocks/>
              <a:stCxn id="209" idx="3"/>
              <a:endCxn id="214" idx="1"/>
            </p:cNvCxnSpPr>
            <p:nvPr/>
          </p:nvCxnSpPr>
          <p:spPr>
            <a:xfrm>
              <a:off x="3406833" y="3429000"/>
              <a:ext cx="253494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12" name="对象 21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3D5A04E-3254-C116-6278-001977D4ED2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93696629"/>
                    </p:ext>
                  </p:extLst>
                </p:nvPr>
              </p:nvGraphicFramePr>
              <p:xfrm>
                <a:off x="4985514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" imgW="457208" imgH="1447975" progId="PowerPoint.ShowMacroEnabled.12">
                        <p:embed/>
                      </p:oleObj>
                    </mc:Choice>
                    <mc:Fallback>
                      <p:oleObj name="Presentation" r:id="rId6" imgW="457208" imgH="1447975" progId="PowerPoint.ShowMacroEnabled.12">
                        <p:embed/>
                        <p:pic>
                          <p:nvPicPr>
                            <p:cNvPr id="119" name="对象 118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5CEF78A4-0032-4D03-BED6-A18154FB0AD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85514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12" name="对象 21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3D5A04E-3254-C116-6278-001977D4ED2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93696629"/>
                    </p:ext>
                  </p:extLst>
                </p:nvPr>
              </p:nvGraphicFramePr>
              <p:xfrm>
                <a:off x="4985514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" imgW="457208" imgH="1447975" progId="PowerPoint.ShowMacroEnabled.12">
                        <p:embed/>
                      </p:oleObj>
                    </mc:Choice>
                    <mc:Fallback>
                      <p:oleObj name="Presentation" r:id="rId6" imgW="457208" imgH="1447975" progId="PowerPoint.ShowMacroEnabled.12">
                        <p:embed/>
                        <p:pic>
                          <p:nvPicPr>
                            <p:cNvPr id="119" name="对象 118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5CEF78A4-0032-4D03-BED6-A18154FB0AD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85514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84987CB2-DF50-BA76-9728-8616C3F94849}"/>
                </a:ext>
              </a:extLst>
            </p:cNvPr>
            <p:cNvCxnSpPr>
              <a:cxnSpLocks/>
              <a:stCxn id="214" idx="3"/>
              <a:endCxn id="212" idx="1"/>
            </p:cNvCxnSpPr>
            <p:nvPr/>
          </p:nvCxnSpPr>
          <p:spPr>
            <a:xfrm>
              <a:off x="4732020" y="3429000"/>
              <a:ext cx="253494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14" name="对象 213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87A7642D-A08D-29CC-8F98-C7EB360B2BA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86148320"/>
                    </p:ext>
                  </p:extLst>
                </p:nvPr>
              </p:nvGraphicFramePr>
              <p:xfrm>
                <a:off x="3660331" y="3095692"/>
                <a:ext cx="1071693" cy="6666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8" imgW="641749" imgH="400958" progId="PowerPoint.ShowMacroEnabled.12">
                        <p:embed/>
                      </p:oleObj>
                    </mc:Choice>
                    <mc:Fallback>
                      <p:oleObj name="Presentation" r:id="rId8" imgW="641749" imgH="400958" progId="PowerPoint.ShowMacroEnabled.12">
                        <p:embed/>
                        <p:pic>
                          <p:nvPicPr>
                            <p:cNvPr id="122" name="对象 12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1A43032E-A782-473D-81EA-06B67F10E71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0331" y="3095692"/>
                              <a:ext cx="1071693" cy="6666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14" name="对象 213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87A7642D-A08D-29CC-8F98-C7EB360B2BA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86148320"/>
                    </p:ext>
                  </p:extLst>
                </p:nvPr>
              </p:nvGraphicFramePr>
              <p:xfrm>
                <a:off x="3660331" y="3095692"/>
                <a:ext cx="1071693" cy="6666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8" imgW="641749" imgH="400958" progId="PowerPoint.ShowMacroEnabled.12">
                        <p:embed/>
                      </p:oleObj>
                    </mc:Choice>
                    <mc:Fallback>
                      <p:oleObj name="Presentation" r:id="rId8" imgW="641749" imgH="400958" progId="PowerPoint.ShowMacroEnabled.12">
                        <p:embed/>
                        <p:pic>
                          <p:nvPicPr>
                            <p:cNvPr id="122" name="对象 12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1A43032E-A782-473D-81EA-06B67F10E71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0331" y="3095692"/>
                              <a:ext cx="1071693" cy="6666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矩形 214">
                  <a:extLst>
                    <a:ext uri="{FF2B5EF4-FFF2-40B4-BE49-F238E27FC236}">
                      <a16:creationId xmlns:a16="http://schemas.microsoft.com/office/drawing/2014/main" id="{F7195CD1-B772-1780-B3EB-D18A7E9D47AD}"/>
                    </a:ext>
                  </a:extLst>
                </p:cNvPr>
                <p:cNvSpPr/>
                <p:nvPr/>
              </p:nvSpPr>
              <p:spPr>
                <a:xfrm>
                  <a:off x="889200" y="2901128"/>
                  <a:ext cx="33214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𝒍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15" name="矩形 214">
                  <a:extLst>
                    <a:ext uri="{FF2B5EF4-FFF2-40B4-BE49-F238E27FC236}">
                      <a16:creationId xmlns:a16="http://schemas.microsoft.com/office/drawing/2014/main" id="{F7195CD1-B772-1780-B3EB-D18A7E9D47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2901128"/>
                  <a:ext cx="3321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6" name="矩形 215">
                  <a:extLst>
                    <a:ext uri="{FF2B5EF4-FFF2-40B4-BE49-F238E27FC236}">
                      <a16:creationId xmlns:a16="http://schemas.microsoft.com/office/drawing/2014/main" id="{AB022377-61BE-C10F-9DE3-2E4B4632D987}"/>
                    </a:ext>
                  </a:extLst>
                </p:cNvPr>
                <p:cNvSpPr/>
                <p:nvPr/>
              </p:nvSpPr>
              <p:spPr>
                <a:xfrm>
                  <a:off x="889200" y="3243600"/>
                  <a:ext cx="36420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16" name="矩形 215">
                  <a:extLst>
                    <a:ext uri="{FF2B5EF4-FFF2-40B4-BE49-F238E27FC236}">
                      <a16:creationId xmlns:a16="http://schemas.microsoft.com/office/drawing/2014/main" id="{AB022377-61BE-C10F-9DE3-2E4B4632D9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243600"/>
                  <a:ext cx="36420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244B1A1F-9D41-252B-6259-33B87E827EC4}"/>
                    </a:ext>
                  </a:extLst>
                </p:cNvPr>
                <p:cNvSpPr/>
                <p:nvPr/>
              </p:nvSpPr>
              <p:spPr>
                <a:xfrm>
                  <a:off x="889200" y="2555056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244B1A1F-9D41-252B-6259-33B87E827E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2555056"/>
                  <a:ext cx="39626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8" name="矩形 217">
                  <a:extLst>
                    <a:ext uri="{FF2B5EF4-FFF2-40B4-BE49-F238E27FC236}">
                      <a16:creationId xmlns:a16="http://schemas.microsoft.com/office/drawing/2014/main" id="{2F0B646B-272E-0E2E-9F85-42F503D1BE21}"/>
                    </a:ext>
                  </a:extLst>
                </p:cNvPr>
                <p:cNvSpPr/>
                <p:nvPr/>
              </p:nvSpPr>
              <p:spPr>
                <a:xfrm>
                  <a:off x="889200" y="3932144"/>
                  <a:ext cx="34336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18" name="矩形 217">
                  <a:extLst>
                    <a:ext uri="{FF2B5EF4-FFF2-40B4-BE49-F238E27FC236}">
                      <a16:creationId xmlns:a16="http://schemas.microsoft.com/office/drawing/2014/main" id="{2F0B646B-272E-0E2E-9F85-42F503D1BE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932144"/>
                  <a:ext cx="34336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9" name="矩形 218">
                  <a:extLst>
                    <a:ext uri="{FF2B5EF4-FFF2-40B4-BE49-F238E27FC236}">
                      <a16:creationId xmlns:a16="http://schemas.microsoft.com/office/drawing/2014/main" id="{1CEE7856-66DC-7FB8-EBBC-7CFE791779C9}"/>
                    </a:ext>
                  </a:extLst>
                </p:cNvPr>
                <p:cNvSpPr/>
                <p:nvPr/>
              </p:nvSpPr>
              <p:spPr>
                <a:xfrm>
                  <a:off x="889200" y="3589672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19" name="矩形 218">
                  <a:extLst>
                    <a:ext uri="{FF2B5EF4-FFF2-40B4-BE49-F238E27FC236}">
                      <a16:creationId xmlns:a16="http://schemas.microsoft.com/office/drawing/2014/main" id="{1CEE7856-66DC-7FB8-EBBC-7CFE791779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589672"/>
                  <a:ext cx="39626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20" name="对象 21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92D561C-29A4-E6FD-BA8D-A2EE7DA09A2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73251250"/>
                    </p:ext>
                  </p:extLst>
                </p:nvPr>
              </p:nvGraphicFramePr>
              <p:xfrm>
                <a:off x="1231204" y="329760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5" imgW="1476912" imgH="457161" progId="PowerPoint.ShowMacroEnabled.12">
                        <p:embed/>
                      </p:oleObj>
                    </mc:Choice>
                    <mc:Fallback>
                      <p:oleObj name="Presentation" r:id="rId15" imgW="1476912" imgH="457161" progId="PowerPoint.ShowMacroEnabled.12">
                        <p:embed/>
                        <p:pic>
                          <p:nvPicPr>
                            <p:cNvPr id="128" name="对象 12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0328C704-3151-42B4-A6F8-5A489A9EA4B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29760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20" name="对象 21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92D561C-29A4-E6FD-BA8D-A2EE7DA09A2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73251250"/>
                    </p:ext>
                  </p:extLst>
                </p:nvPr>
              </p:nvGraphicFramePr>
              <p:xfrm>
                <a:off x="1231204" y="329760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5" imgW="1476912" imgH="457161" progId="PowerPoint.ShowMacroEnabled.12">
                        <p:embed/>
                      </p:oleObj>
                    </mc:Choice>
                    <mc:Fallback>
                      <p:oleObj name="Presentation" r:id="rId15" imgW="1476912" imgH="457161" progId="PowerPoint.ShowMacroEnabled.12">
                        <p:embed/>
                        <p:pic>
                          <p:nvPicPr>
                            <p:cNvPr id="128" name="对象 12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0328C704-3151-42B4-A6F8-5A489A9EA4B7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29760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32" name="对象 23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FEEF58AC-976C-CFBE-AB93-C899F309D59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93925081"/>
                    </p:ext>
                  </p:extLst>
                </p:nvPr>
              </p:nvGraphicFramePr>
              <p:xfrm>
                <a:off x="1231204" y="2609060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7" imgW="1477064" imgH="457208" progId="PowerPoint.ShowMacroEnabled.12">
                        <p:embed/>
                      </p:oleObj>
                    </mc:Choice>
                    <mc:Fallback>
                      <p:oleObj name="Presentation" r:id="rId17" imgW="1477064" imgH="457208" progId="PowerPoint.ShowMacroEnabled.12">
                        <p:embed/>
                        <p:pic>
                          <p:nvPicPr>
                            <p:cNvPr id="129" name="对象 128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A8B41C5-DCDB-45F2-B6A6-293C9076D06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2609060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32" name="对象 231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FEEF58AC-976C-CFBE-AB93-C899F309D59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93925081"/>
                    </p:ext>
                  </p:extLst>
                </p:nvPr>
              </p:nvGraphicFramePr>
              <p:xfrm>
                <a:off x="1231204" y="2609060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7" imgW="1477064" imgH="457208" progId="PowerPoint.ShowMacroEnabled.12">
                        <p:embed/>
                      </p:oleObj>
                    </mc:Choice>
                    <mc:Fallback>
                      <p:oleObj name="Presentation" r:id="rId17" imgW="1477064" imgH="457208" progId="PowerPoint.ShowMacroEnabled.12">
                        <p:embed/>
                        <p:pic>
                          <p:nvPicPr>
                            <p:cNvPr id="129" name="对象 128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A8B41C5-DCDB-45F2-B6A6-293C9076D06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2609060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33" name="对象 232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95D68DF-12D7-D8CB-30AA-0A3854BDE73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30849113"/>
                    </p:ext>
                  </p:extLst>
                </p:nvPr>
              </p:nvGraphicFramePr>
              <p:xfrm>
                <a:off x="1231204" y="3640076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9" imgW="1476912" imgH="457161" progId="PowerPoint.ShowMacroEnabled.12">
                        <p:embed/>
                      </p:oleObj>
                    </mc:Choice>
                    <mc:Fallback>
                      <p:oleObj name="Presentation" r:id="rId19" imgW="1476912" imgH="457161" progId="PowerPoint.ShowMacroEnabled.12">
                        <p:embed/>
                        <p:pic>
                          <p:nvPicPr>
                            <p:cNvPr id="130" name="对象 12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5C5DEAC2-3406-44F5-8D3B-1CA4C842525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640076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33" name="对象 232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95D68DF-12D7-D8CB-30AA-0A3854BDE73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30849113"/>
                    </p:ext>
                  </p:extLst>
                </p:nvPr>
              </p:nvGraphicFramePr>
              <p:xfrm>
                <a:off x="1231204" y="3640076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19" imgW="1476912" imgH="457161" progId="PowerPoint.ShowMacroEnabled.12">
                        <p:embed/>
                      </p:oleObj>
                    </mc:Choice>
                    <mc:Fallback>
                      <p:oleObj name="Presentation" r:id="rId19" imgW="1476912" imgH="457161" progId="PowerPoint.ShowMacroEnabled.12">
                        <p:embed/>
                        <p:pic>
                          <p:nvPicPr>
                            <p:cNvPr id="130" name="对象 12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5C5DEAC2-3406-44F5-8D3B-1CA4C842525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640076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34" name="对象 233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769064D5-E317-3345-B3B1-3407882A9AF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74165308"/>
                    </p:ext>
                  </p:extLst>
                </p:nvPr>
              </p:nvGraphicFramePr>
              <p:xfrm>
                <a:off x="1231204" y="3986148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1" imgW="1476912" imgH="457161" progId="PowerPoint.ShowMacroEnabled.12">
                        <p:embed/>
                      </p:oleObj>
                    </mc:Choice>
                    <mc:Fallback>
                      <p:oleObj name="Presentation" r:id="rId21" imgW="1476912" imgH="457161" progId="PowerPoint.ShowMacroEnabled.12">
                        <p:embed/>
                        <p:pic>
                          <p:nvPicPr>
                            <p:cNvPr id="131" name="对象 130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8CCC8FE2-C92A-43BE-BE23-BEDF864ABE1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986148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34" name="对象 233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769064D5-E317-3345-B3B1-3407882A9AF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74165308"/>
                    </p:ext>
                  </p:extLst>
                </p:nvPr>
              </p:nvGraphicFramePr>
              <p:xfrm>
                <a:off x="1231204" y="3986148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1" imgW="1476912" imgH="457161" progId="PowerPoint.ShowMacroEnabled.12">
                        <p:embed/>
                      </p:oleObj>
                    </mc:Choice>
                    <mc:Fallback>
                      <p:oleObj name="Presentation" r:id="rId21" imgW="1476912" imgH="457161" progId="PowerPoint.ShowMacroEnabled.12">
                        <p:embed/>
                        <p:pic>
                          <p:nvPicPr>
                            <p:cNvPr id="131" name="对象 130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8CCC8FE2-C92A-43BE-BE23-BEDF864ABE1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3986148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59" name="对象 25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BCBF8D49-2568-70B9-F6E1-B27DFFC374D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99909337"/>
                    </p:ext>
                  </p:extLst>
                </p:nvPr>
              </p:nvGraphicFramePr>
              <p:xfrm>
                <a:off x="1231204" y="2951532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3" imgW="1476912" imgH="457161" progId="PowerPoint.ShowMacroEnabled.12">
                        <p:embed/>
                      </p:oleObj>
                    </mc:Choice>
                    <mc:Fallback>
                      <p:oleObj name="Presentation" r:id="rId23" imgW="1476912" imgH="457161" progId="PowerPoint.ShowMacroEnabled.12">
                        <p:embed/>
                        <p:pic>
                          <p:nvPicPr>
                            <p:cNvPr id="132" name="对象 13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45EFD618-5F45-4D38-A6E2-C29B24623A3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2951532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59" name="对象 25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BCBF8D49-2568-70B9-F6E1-B27DFFC374D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99909337"/>
                    </p:ext>
                  </p:extLst>
                </p:nvPr>
              </p:nvGraphicFramePr>
              <p:xfrm>
                <a:off x="1231204" y="2951532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3" imgW="1476912" imgH="457161" progId="PowerPoint.ShowMacroEnabled.12">
                        <p:embed/>
                      </p:oleObj>
                    </mc:Choice>
                    <mc:Fallback>
                      <p:oleObj name="Presentation" r:id="rId23" imgW="1476912" imgH="457161" progId="PowerPoint.ShowMacroEnabled.12">
                        <p:embed/>
                        <p:pic>
                          <p:nvPicPr>
                            <p:cNvPr id="132" name="对象 13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45EFD618-5F45-4D38-A6E2-C29B24623A3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4" y="2951532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E2C4C48F-A5F8-CDAC-C82B-4C73C0C1F89B}"/>
                    </a:ext>
                  </a:extLst>
                </p:cNvPr>
                <p:cNvSpPr/>
                <p:nvPr/>
              </p:nvSpPr>
              <p:spPr>
                <a:xfrm>
                  <a:off x="4564800" y="2797200"/>
                  <a:ext cx="46769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E2C4C48F-A5F8-CDAC-C82B-4C73C0C1F8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4800" y="2797200"/>
                  <a:ext cx="467692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138A049B-034E-B136-06A8-56A1B8DF08B5}"/>
              </a:ext>
            </a:extLst>
          </p:cNvPr>
          <p:cNvGrpSpPr/>
          <p:nvPr/>
        </p:nvGrpSpPr>
        <p:grpSpPr>
          <a:xfrm>
            <a:off x="4042800" y="4161600"/>
            <a:ext cx="4670146" cy="2214000"/>
            <a:chOff x="889200" y="2325600"/>
            <a:chExt cx="4670146" cy="2214000"/>
          </a:xfrm>
        </p:grpSpPr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FD240CE2-9C6F-8B3A-FB6E-944A0E164D87}"/>
                </a:ext>
              </a:extLst>
            </p:cNvPr>
            <p:cNvSpPr/>
            <p:nvPr/>
          </p:nvSpPr>
          <p:spPr>
            <a:xfrm>
              <a:off x="915346" y="2325600"/>
              <a:ext cx="4644000" cy="2214000"/>
            </a:xfrm>
            <a:prstGeom prst="roundRect">
              <a:avLst/>
            </a:prstGeom>
            <a:solidFill>
              <a:srgbClr val="F8F5F9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69" name="对象 16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1DA6506A-7ECF-29A5-7DA7-574D88D3B6E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14500489"/>
                    </p:ext>
                  </p:extLst>
                </p:nvPr>
              </p:nvGraphicFramePr>
              <p:xfrm>
                <a:off x="2603671" y="3296443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6" imgW="457161" imgH="457208" progId="PowerPoint.ShowMacroEnabled.12">
                        <p:embed/>
                      </p:oleObj>
                    </mc:Choice>
                    <mc:Fallback>
                      <p:oleObj name="Presentation" r:id="rId26" imgW="457161" imgH="457208" progId="PowerPoint.ShowMacroEnabled.12">
                        <p:embed/>
                        <p:pic>
                          <p:nvPicPr>
                            <p:cNvPr id="63" name="对象 62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6CF5542E-81C9-401B-B7D1-950B3364B28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03671" y="3296443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69" name="对象 16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1DA6506A-7ECF-29A5-7DA7-574D88D3B6E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14500489"/>
                    </p:ext>
                  </p:extLst>
                </p:nvPr>
              </p:nvGraphicFramePr>
              <p:xfrm>
                <a:off x="2603671" y="3296443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6" imgW="457161" imgH="457208" progId="PowerPoint.ShowMacroEnabled.12">
                        <p:embed/>
                      </p:oleObj>
                    </mc:Choice>
                    <mc:Fallback>
                      <p:oleObj name="Presentation" r:id="rId26" imgW="457161" imgH="457208" progId="PowerPoint.ShowMacroEnabled.12">
                        <p:embed/>
                        <p:pic>
                          <p:nvPicPr>
                            <p:cNvPr id="63" name="对象 62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6CF5542E-81C9-401B-B7D1-950B3364B28F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603671" y="3296443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3394D974-EC25-7892-A91A-EEF56EC49934}"/>
                </a:ext>
              </a:extLst>
            </p:cNvPr>
            <p:cNvCxnSpPr>
              <a:cxnSpLocks/>
              <a:stCxn id="186" idx="3"/>
              <a:endCxn id="169" idx="0"/>
            </p:cNvCxnSpPr>
            <p:nvPr/>
          </p:nvCxnSpPr>
          <p:spPr>
            <a:xfrm>
              <a:off x="2090037" y="2739730"/>
              <a:ext cx="646834" cy="55671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A4BD1D34-061A-56FA-7090-1EBB3C6B749F}"/>
                </a:ext>
              </a:extLst>
            </p:cNvPr>
            <p:cNvCxnSpPr>
              <a:cxnSpLocks/>
              <a:stCxn id="187" idx="3"/>
            </p:cNvCxnSpPr>
            <p:nvPr/>
          </p:nvCxnSpPr>
          <p:spPr>
            <a:xfrm>
              <a:off x="2090037" y="3084084"/>
              <a:ext cx="541721" cy="24310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2EF9EE1C-14FE-915F-FF3B-2BF4130639DD}"/>
                </a:ext>
              </a:extLst>
            </p:cNvPr>
            <p:cNvCxnSpPr>
              <a:cxnSpLocks/>
              <a:stCxn id="190" idx="3"/>
              <a:endCxn id="169" idx="2"/>
            </p:cNvCxnSpPr>
            <p:nvPr/>
          </p:nvCxnSpPr>
          <p:spPr>
            <a:xfrm flipV="1">
              <a:off x="2090037" y="3562843"/>
              <a:ext cx="646834" cy="55585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7189F794-D3F3-878E-CC21-C67829B79D5E}"/>
                </a:ext>
              </a:extLst>
            </p:cNvPr>
            <p:cNvCxnSpPr>
              <a:cxnSpLocks/>
              <a:stCxn id="189" idx="3"/>
            </p:cNvCxnSpPr>
            <p:nvPr/>
          </p:nvCxnSpPr>
          <p:spPr>
            <a:xfrm flipV="1">
              <a:off x="2090037" y="3528436"/>
              <a:ext cx="539339" cy="24419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EF5DBC98-DA96-FA81-E137-B20137D3818D}"/>
                </a:ext>
              </a:extLst>
            </p:cNvPr>
            <p:cNvCxnSpPr>
              <a:cxnSpLocks/>
              <a:stCxn id="188" idx="3"/>
              <a:endCxn id="169" idx="1"/>
            </p:cNvCxnSpPr>
            <p:nvPr/>
          </p:nvCxnSpPr>
          <p:spPr>
            <a:xfrm flipV="1">
              <a:off x="2090037" y="3429643"/>
              <a:ext cx="513634" cy="51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75" name="对象 174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26309B0B-D974-CFE4-D195-D7E8A04D2E0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66341261"/>
                    </p:ext>
                  </p:extLst>
                </p:nvPr>
              </p:nvGraphicFramePr>
              <p:xfrm>
                <a:off x="3136265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7" imgW="457208" imgH="1447975" progId="PowerPoint.ShowMacroEnabled.12">
                        <p:embed/>
                      </p:oleObj>
                    </mc:Choice>
                    <mc:Fallback>
                      <p:oleObj name="Presentation" r:id="rId27" imgW="457208" imgH="1447975" progId="PowerPoint.ShowMacroEnabled.12">
                        <p:embed/>
                        <p:pic>
                          <p:nvPicPr>
                            <p:cNvPr id="86" name="对象 8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31EBA3F6-7EA7-4FC8-8735-B486C04B6F0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36265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75" name="对象 174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26309B0B-D974-CFE4-D195-D7E8A04D2E0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66341261"/>
                    </p:ext>
                  </p:extLst>
                </p:nvPr>
              </p:nvGraphicFramePr>
              <p:xfrm>
                <a:off x="3136265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7" imgW="457208" imgH="1447975" progId="PowerPoint.ShowMacroEnabled.12">
                        <p:embed/>
                      </p:oleObj>
                    </mc:Choice>
                    <mc:Fallback>
                      <p:oleObj name="Presentation" r:id="rId27" imgW="457208" imgH="1447975" progId="PowerPoint.ShowMacroEnabled.12">
                        <p:embed/>
                        <p:pic>
                          <p:nvPicPr>
                            <p:cNvPr id="86" name="对象 8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31EBA3F6-7EA7-4FC8-8735-B486C04B6F00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36265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9FBFAF6C-CBCB-8D23-F37D-9137DE6EE239}"/>
                </a:ext>
              </a:extLst>
            </p:cNvPr>
            <p:cNvCxnSpPr>
              <a:cxnSpLocks/>
              <a:stCxn id="169" idx="3"/>
              <a:endCxn id="175" idx="1"/>
            </p:cNvCxnSpPr>
            <p:nvPr/>
          </p:nvCxnSpPr>
          <p:spPr>
            <a:xfrm flipV="1">
              <a:off x="2870071" y="3429000"/>
              <a:ext cx="266194" cy="64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3BC47A28-B23A-A0C0-4E36-51ED4E77B0D8}"/>
                </a:ext>
              </a:extLst>
            </p:cNvPr>
            <p:cNvCxnSpPr>
              <a:cxnSpLocks/>
              <a:stCxn id="175" idx="3"/>
            </p:cNvCxnSpPr>
            <p:nvPr/>
          </p:nvCxnSpPr>
          <p:spPr>
            <a:xfrm>
              <a:off x="3406833" y="3429000"/>
              <a:ext cx="253494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83" name="对象 182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F2229E0B-A624-A095-7D72-8E3651F6D41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070249"/>
                    </p:ext>
                  </p:extLst>
                </p:nvPr>
              </p:nvGraphicFramePr>
              <p:xfrm>
                <a:off x="4985514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9" imgW="457208" imgH="1447975" progId="PowerPoint.ShowMacroEnabled.12">
                        <p:embed/>
                      </p:oleObj>
                    </mc:Choice>
                    <mc:Fallback>
                      <p:oleObj name="Presentation" r:id="rId29" imgW="457208" imgH="1447975" progId="PowerPoint.ShowMacroEnabled.12">
                        <p:embed/>
                        <p:pic>
                          <p:nvPicPr>
                            <p:cNvPr id="138" name="对象 13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CC7C52DE-357A-47A0-B0BD-553A6EC2807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85514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83" name="对象 182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F2229E0B-A624-A095-7D72-8E3651F6D41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070249"/>
                    </p:ext>
                  </p:extLst>
                </p:nvPr>
              </p:nvGraphicFramePr>
              <p:xfrm>
                <a:off x="4985514" y="3000600"/>
                <a:ext cx="270568" cy="8568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29" imgW="457208" imgH="1447975" progId="PowerPoint.ShowMacroEnabled.12">
                        <p:embed/>
                      </p:oleObj>
                    </mc:Choice>
                    <mc:Fallback>
                      <p:oleObj name="Presentation" r:id="rId29" imgW="457208" imgH="1447975" progId="PowerPoint.ShowMacroEnabled.12">
                        <p:embed/>
                        <p:pic>
                          <p:nvPicPr>
                            <p:cNvPr id="138" name="对象 13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CC7C52DE-357A-47A0-B0BD-553A6EC2807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85514" y="3000600"/>
                              <a:ext cx="270568" cy="856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CC065977-65AA-72E9-0528-F4C69140B743}"/>
                </a:ext>
              </a:extLst>
            </p:cNvPr>
            <p:cNvCxnSpPr>
              <a:cxnSpLocks/>
              <a:endCxn id="183" idx="1"/>
            </p:cNvCxnSpPr>
            <p:nvPr/>
          </p:nvCxnSpPr>
          <p:spPr>
            <a:xfrm>
              <a:off x="4732020" y="3429000"/>
              <a:ext cx="253494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7A2D6C12-8199-6F96-B46A-36792DDA3D4D}"/>
                    </a:ext>
                  </a:extLst>
                </p:cNvPr>
                <p:cNvSpPr/>
                <p:nvPr/>
              </p:nvSpPr>
              <p:spPr>
                <a:xfrm>
                  <a:off x="4562875" y="2798356"/>
                  <a:ext cx="534634" cy="39651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7A2D6C12-8199-6F96-B46A-36792DDA3D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875" y="2798356"/>
                  <a:ext cx="534634" cy="396519"/>
                </a:xfrm>
                <a:prstGeom prst="rect">
                  <a:avLst/>
                </a:prstGeom>
                <a:blipFill>
                  <a:blip r:embed="rId31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86" name="对象 18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F543F82-3C86-A123-6171-378C7504CB2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07815634"/>
                    </p:ext>
                  </p:extLst>
                </p:nvPr>
              </p:nvGraphicFramePr>
              <p:xfrm>
                <a:off x="1231200" y="260717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2" imgW="1477064" imgH="457208" progId="PowerPoint.ShowMacroEnabled.12">
                        <p:embed/>
                      </p:oleObj>
                    </mc:Choice>
                    <mc:Fallback>
                      <p:oleObj name="Presentation" r:id="rId32" imgW="1477064" imgH="457208" progId="PowerPoint.ShowMacroEnabled.12">
                        <p:embed/>
                        <p:pic>
                          <p:nvPicPr>
                            <p:cNvPr id="174" name="对象 173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2420AA6-AF7D-49B4-A6F7-0CEB9643B44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260717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86" name="对象 185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F543F82-3C86-A123-6171-378C7504CB2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07815634"/>
                    </p:ext>
                  </p:extLst>
                </p:nvPr>
              </p:nvGraphicFramePr>
              <p:xfrm>
                <a:off x="1231200" y="260717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2" imgW="1477064" imgH="457208" progId="PowerPoint.ShowMacroEnabled.12">
                        <p:embed/>
                      </p:oleObj>
                    </mc:Choice>
                    <mc:Fallback>
                      <p:oleObj name="Presentation" r:id="rId32" imgW="1477064" imgH="457208" progId="PowerPoint.ShowMacroEnabled.12">
                        <p:embed/>
                        <p:pic>
                          <p:nvPicPr>
                            <p:cNvPr id="174" name="对象 173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2420AA6-AF7D-49B4-A6F7-0CEB9643B44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260717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87" name="对象 18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7468D05-4DE2-6A17-543D-770B2C323BC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50193334"/>
                    </p:ext>
                  </p:extLst>
                </p:nvPr>
              </p:nvGraphicFramePr>
              <p:xfrm>
                <a:off x="1231200" y="2951528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3" imgW="1476912" imgH="457161" progId="PowerPoint.ShowMacroEnabled.12">
                        <p:embed/>
                      </p:oleObj>
                    </mc:Choice>
                    <mc:Fallback>
                      <p:oleObj name="Presentation" r:id="rId33" imgW="1476912" imgH="457161" progId="PowerPoint.ShowMacroEnabled.12">
                        <p:embed/>
                        <p:pic>
                          <p:nvPicPr>
                            <p:cNvPr id="175" name="对象 174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81EB348F-100B-4985-A2B5-80D6EB88AFF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2951528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87" name="对象 18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7468D05-4DE2-6A17-543D-770B2C323BC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50193334"/>
                    </p:ext>
                  </p:extLst>
                </p:nvPr>
              </p:nvGraphicFramePr>
              <p:xfrm>
                <a:off x="1231200" y="2951528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3" imgW="1476912" imgH="457161" progId="PowerPoint.ShowMacroEnabled.12">
                        <p:embed/>
                      </p:oleObj>
                    </mc:Choice>
                    <mc:Fallback>
                      <p:oleObj name="Presentation" r:id="rId33" imgW="1476912" imgH="457161" progId="PowerPoint.ShowMacroEnabled.12">
                        <p:embed/>
                        <p:pic>
                          <p:nvPicPr>
                            <p:cNvPr id="175" name="对象 174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81EB348F-100B-4985-A2B5-80D6EB88AFF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2951528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88" name="对象 18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D57E47D9-DFD2-DBE5-D651-817E63C714C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8845101"/>
                    </p:ext>
                  </p:extLst>
                </p:nvPr>
              </p:nvGraphicFramePr>
              <p:xfrm>
                <a:off x="1231200" y="3297600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5" imgW="1477064" imgH="457208" progId="PowerPoint.ShowMacroEnabled.12">
                        <p:embed/>
                      </p:oleObj>
                    </mc:Choice>
                    <mc:Fallback>
                      <p:oleObj name="Presentation" r:id="rId35" imgW="1477064" imgH="457208" progId="PowerPoint.ShowMacroEnabled.12">
                        <p:embed/>
                        <p:pic>
                          <p:nvPicPr>
                            <p:cNvPr id="176" name="对象 17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E1647CF1-15A8-4F2A-A11C-ADF63A95C78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297600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88" name="对象 18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D57E47D9-DFD2-DBE5-D651-817E63C714C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8845101"/>
                    </p:ext>
                  </p:extLst>
                </p:nvPr>
              </p:nvGraphicFramePr>
              <p:xfrm>
                <a:off x="1231200" y="3297600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5" imgW="1477064" imgH="457208" progId="PowerPoint.ShowMacroEnabled.12">
                        <p:embed/>
                      </p:oleObj>
                    </mc:Choice>
                    <mc:Fallback>
                      <p:oleObj name="Presentation" r:id="rId35" imgW="1477064" imgH="457208" progId="PowerPoint.ShowMacroEnabled.12">
                        <p:embed/>
                        <p:pic>
                          <p:nvPicPr>
                            <p:cNvPr id="176" name="对象 175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E1647CF1-15A8-4F2A-A11C-ADF63A95C78B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297600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89" name="对象 18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3B72FEF-E77D-32B4-069A-F34751013EB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89389601"/>
                    </p:ext>
                  </p:extLst>
                </p:nvPr>
              </p:nvGraphicFramePr>
              <p:xfrm>
                <a:off x="1231200" y="3640072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7" imgW="1477064" imgH="457208" progId="PowerPoint.ShowMacroEnabled.12">
                        <p:embed/>
                      </p:oleObj>
                    </mc:Choice>
                    <mc:Fallback>
                      <p:oleObj name="Presentation" r:id="rId37" imgW="1477064" imgH="457208" progId="PowerPoint.ShowMacroEnabled.12">
                        <p:embed/>
                        <p:pic>
                          <p:nvPicPr>
                            <p:cNvPr id="177" name="对象 176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4E54E1F7-DFEA-49E5-926B-381349DBA13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640072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89" name="对象 18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3B72FEF-E77D-32B4-069A-F34751013EB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89389601"/>
                    </p:ext>
                  </p:extLst>
                </p:nvPr>
              </p:nvGraphicFramePr>
              <p:xfrm>
                <a:off x="1231200" y="3640072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7" imgW="1477064" imgH="457208" progId="PowerPoint.ShowMacroEnabled.12">
                        <p:embed/>
                      </p:oleObj>
                    </mc:Choice>
                    <mc:Fallback>
                      <p:oleObj name="Presentation" r:id="rId37" imgW="1477064" imgH="457208" progId="PowerPoint.ShowMacroEnabled.12">
                        <p:embed/>
                        <p:pic>
                          <p:nvPicPr>
                            <p:cNvPr id="177" name="对象 176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4E54E1F7-DFEA-49E5-926B-381349DBA13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640072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90" name="对象 18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6997588B-2244-81C1-6D47-815407D2F01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32300387"/>
                    </p:ext>
                  </p:extLst>
                </p:nvPr>
              </p:nvGraphicFramePr>
              <p:xfrm>
                <a:off x="1231200" y="398614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9" imgW="1476912" imgH="457161" progId="PowerPoint.ShowMacroEnabled.12">
                        <p:embed/>
                      </p:oleObj>
                    </mc:Choice>
                    <mc:Fallback>
                      <p:oleObj name="Presentation" r:id="rId39" imgW="1476912" imgH="457161" progId="PowerPoint.ShowMacroEnabled.12">
                        <p:embed/>
                        <p:pic>
                          <p:nvPicPr>
                            <p:cNvPr id="178" name="对象 17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179FAB8-9A39-49FF-965A-8F562E23003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98614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90" name="对象 18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6997588B-2244-81C1-6D47-815407D2F01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32300387"/>
                    </p:ext>
                  </p:extLst>
                </p:nvPr>
              </p:nvGraphicFramePr>
              <p:xfrm>
                <a:off x="1231200" y="3986144"/>
                <a:ext cx="858837" cy="2651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39" imgW="1476912" imgH="457161" progId="PowerPoint.ShowMacroEnabled.12">
                        <p:embed/>
                      </p:oleObj>
                    </mc:Choice>
                    <mc:Fallback>
                      <p:oleObj name="Presentation" r:id="rId39" imgW="1476912" imgH="457161" progId="PowerPoint.ShowMacroEnabled.12">
                        <p:embed/>
                        <p:pic>
                          <p:nvPicPr>
                            <p:cNvPr id="178" name="对象 17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9179FAB8-9A39-49FF-965A-8F562E23003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31200" y="3986144"/>
                              <a:ext cx="858837" cy="26511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1" name="矩形 190">
                  <a:extLst>
                    <a:ext uri="{FF2B5EF4-FFF2-40B4-BE49-F238E27FC236}">
                      <a16:creationId xmlns:a16="http://schemas.microsoft.com/office/drawing/2014/main" id="{9EF4ADAF-45C9-8962-285E-24D0D3AFAF6B}"/>
                    </a:ext>
                  </a:extLst>
                </p:cNvPr>
                <p:cNvSpPr/>
                <p:nvPr/>
              </p:nvSpPr>
              <p:spPr>
                <a:xfrm>
                  <a:off x="889200" y="2901128"/>
                  <a:ext cx="33214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𝒍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91" name="矩形 190">
                  <a:extLst>
                    <a:ext uri="{FF2B5EF4-FFF2-40B4-BE49-F238E27FC236}">
                      <a16:creationId xmlns:a16="http://schemas.microsoft.com/office/drawing/2014/main" id="{9EF4ADAF-45C9-8962-285E-24D0D3AFAF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2901128"/>
                  <a:ext cx="332142" cy="369332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2" name="矩形 191">
                  <a:extLst>
                    <a:ext uri="{FF2B5EF4-FFF2-40B4-BE49-F238E27FC236}">
                      <a16:creationId xmlns:a16="http://schemas.microsoft.com/office/drawing/2014/main" id="{59C33131-CB76-2525-88E5-4A65909688E3}"/>
                    </a:ext>
                  </a:extLst>
                </p:cNvPr>
                <p:cNvSpPr/>
                <p:nvPr/>
              </p:nvSpPr>
              <p:spPr>
                <a:xfrm>
                  <a:off x="889200" y="3243600"/>
                  <a:ext cx="36420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92" name="矩形 191">
                  <a:extLst>
                    <a:ext uri="{FF2B5EF4-FFF2-40B4-BE49-F238E27FC236}">
                      <a16:creationId xmlns:a16="http://schemas.microsoft.com/office/drawing/2014/main" id="{59C33131-CB76-2525-88E5-4A65909688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243600"/>
                  <a:ext cx="364202" cy="369332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92526CE1-7961-85AD-3743-3910A6755A71}"/>
                    </a:ext>
                  </a:extLst>
                </p:cNvPr>
                <p:cNvSpPr/>
                <p:nvPr/>
              </p:nvSpPr>
              <p:spPr>
                <a:xfrm>
                  <a:off x="889200" y="2555056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92526CE1-7961-85AD-3743-3910A6755A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2555056"/>
                  <a:ext cx="396262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矩形 193">
                  <a:extLst>
                    <a:ext uri="{FF2B5EF4-FFF2-40B4-BE49-F238E27FC236}">
                      <a16:creationId xmlns:a16="http://schemas.microsoft.com/office/drawing/2014/main" id="{62294A53-D23A-D914-0947-F7CFE13CC45D}"/>
                    </a:ext>
                  </a:extLst>
                </p:cNvPr>
                <p:cNvSpPr/>
                <p:nvPr/>
              </p:nvSpPr>
              <p:spPr>
                <a:xfrm>
                  <a:off x="889200" y="3932144"/>
                  <a:ext cx="34336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94" name="矩形 193">
                  <a:extLst>
                    <a:ext uri="{FF2B5EF4-FFF2-40B4-BE49-F238E27FC236}">
                      <a16:creationId xmlns:a16="http://schemas.microsoft.com/office/drawing/2014/main" id="{62294A53-D23A-D914-0947-F7CFE13CC4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932144"/>
                  <a:ext cx="343364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5" name="矩形 194">
                  <a:extLst>
                    <a:ext uri="{FF2B5EF4-FFF2-40B4-BE49-F238E27FC236}">
                      <a16:creationId xmlns:a16="http://schemas.microsoft.com/office/drawing/2014/main" id="{BFE574ED-EFC9-2473-0735-F3652676F1FF}"/>
                    </a:ext>
                  </a:extLst>
                </p:cNvPr>
                <p:cNvSpPr/>
                <p:nvPr/>
              </p:nvSpPr>
              <p:spPr>
                <a:xfrm>
                  <a:off x="889200" y="3589672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95" name="矩形 194">
                  <a:extLst>
                    <a:ext uri="{FF2B5EF4-FFF2-40B4-BE49-F238E27FC236}">
                      <a16:creationId xmlns:a16="http://schemas.microsoft.com/office/drawing/2014/main" id="{BFE574ED-EFC9-2473-0735-F3652676F1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00" y="3589672"/>
                  <a:ext cx="396262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97" name="对象 19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B662CAFB-4AFE-4B43-E981-51B84AF38D6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00910380"/>
                    </p:ext>
                  </p:extLst>
                </p:nvPr>
              </p:nvGraphicFramePr>
              <p:xfrm>
                <a:off x="3660331" y="3095692"/>
                <a:ext cx="1071693" cy="6666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6" imgW="641749" imgH="400958" progId="PowerPoint.ShowMacroEnabled.12">
                        <p:embed/>
                      </p:oleObj>
                    </mc:Choice>
                    <mc:Fallback>
                      <p:oleObj name="Presentation" r:id="rId46" imgW="641749" imgH="400958" progId="PowerPoint.ShowMacroEnabled.12">
                        <p:embed/>
                        <p:pic>
                          <p:nvPicPr>
                            <p:cNvPr id="3" name="对象 2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581DD8B-B65E-AEFB-A406-F95201A8E8D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0331" y="3095692"/>
                              <a:ext cx="1071693" cy="6666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97" name="对象 19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B662CAFB-4AFE-4B43-E981-51B84AF38D6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00910380"/>
                    </p:ext>
                  </p:extLst>
                </p:nvPr>
              </p:nvGraphicFramePr>
              <p:xfrm>
                <a:off x="3660331" y="3095692"/>
                <a:ext cx="1071693" cy="6666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46" imgW="641749" imgH="400958" progId="PowerPoint.ShowMacroEnabled.12">
                        <p:embed/>
                      </p:oleObj>
                    </mc:Choice>
                    <mc:Fallback>
                      <p:oleObj name="Presentation" r:id="rId46" imgW="641749" imgH="400958" progId="PowerPoint.ShowMacroEnabled.12">
                        <p:embed/>
                        <p:pic>
                          <p:nvPicPr>
                            <p:cNvPr id="3" name="对象 2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2581DD8B-B65E-AEFB-A406-F95201A8E8D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660331" y="3095692"/>
                              <a:ext cx="1071693" cy="6666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8A030CDB-44CC-549E-D695-E86E370F3634}"/>
              </a:ext>
            </a:extLst>
          </p:cNvPr>
          <p:cNvGrpSpPr/>
          <p:nvPr/>
        </p:nvGrpSpPr>
        <p:grpSpPr>
          <a:xfrm>
            <a:off x="126000" y="1677600"/>
            <a:ext cx="3757816" cy="2529182"/>
            <a:chOff x="126000" y="1677600"/>
            <a:chExt cx="3757816" cy="2529182"/>
          </a:xfrm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95790CC7-6F97-F289-4F10-B96B480B8D74}"/>
                </a:ext>
              </a:extLst>
            </p:cNvPr>
            <p:cNvSpPr/>
            <p:nvPr/>
          </p:nvSpPr>
          <p:spPr>
            <a:xfrm>
              <a:off x="126000" y="1677600"/>
              <a:ext cx="3757816" cy="252644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561F1F30-1A44-3244-2571-ED4601157755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" y="2183130"/>
              <a:ext cx="1692000" cy="3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0E1B35DE-A0FF-B456-766D-320D35EF089F}"/>
                </a:ext>
              </a:extLst>
            </p:cNvPr>
            <p:cNvSpPr txBox="1"/>
            <p:nvPr/>
          </p:nvSpPr>
          <p:spPr>
            <a:xfrm>
              <a:off x="492177" y="3837450"/>
              <a:ext cx="3018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Masked contextual embedding</a:t>
              </a:r>
              <a:endParaRPr lang="zh-CN" altLang="en-US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620D0877-51CF-D12C-A11A-EF07845B3F5D}"/>
                </a:ext>
              </a:extLst>
            </p:cNvPr>
            <p:cNvSpPr/>
            <p:nvPr/>
          </p:nvSpPr>
          <p:spPr>
            <a:xfrm>
              <a:off x="990573" y="2407409"/>
              <a:ext cx="360000" cy="1296586"/>
            </a:xfrm>
            <a:prstGeom prst="roundRect">
              <a:avLst/>
            </a:prstGeom>
            <a:solidFill>
              <a:srgbClr val="F4F4F4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Masking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F5444481-CE3F-5194-DB53-4AAD1010427D}"/>
                    </a:ext>
                  </a:extLst>
                </p:cNvPr>
                <p:cNvSpPr/>
                <p:nvPr/>
              </p:nvSpPr>
              <p:spPr>
                <a:xfrm>
                  <a:off x="392266" y="2316836"/>
                  <a:ext cx="33214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F5444481-CE3F-5194-DB53-4AAD101042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2316836"/>
                  <a:ext cx="332142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9" name="矩形 138">
                  <a:extLst>
                    <a:ext uri="{FF2B5EF4-FFF2-40B4-BE49-F238E27FC236}">
                      <a16:creationId xmlns:a16="http://schemas.microsoft.com/office/drawing/2014/main" id="{1CCFC0A8-DAE1-38AE-F86B-88C2679FFE56}"/>
                    </a:ext>
                  </a:extLst>
                </p:cNvPr>
                <p:cNvSpPr/>
                <p:nvPr/>
              </p:nvSpPr>
              <p:spPr>
                <a:xfrm>
                  <a:off x="392266" y="2641830"/>
                  <a:ext cx="36420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9" name="矩形 138">
                  <a:extLst>
                    <a:ext uri="{FF2B5EF4-FFF2-40B4-BE49-F238E27FC236}">
                      <a16:creationId xmlns:a16="http://schemas.microsoft.com/office/drawing/2014/main" id="{1CCFC0A8-DAE1-38AE-F86B-88C2679FFE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2641830"/>
                  <a:ext cx="364202" cy="369332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BA115C16-F4DB-13A9-8BFE-BD5D5BF106FD}"/>
                    </a:ext>
                  </a:extLst>
                </p:cNvPr>
                <p:cNvSpPr/>
                <p:nvPr/>
              </p:nvSpPr>
              <p:spPr>
                <a:xfrm>
                  <a:off x="392266" y="1991842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49" name="矩形 148">
                  <a:extLst>
                    <a:ext uri="{FF2B5EF4-FFF2-40B4-BE49-F238E27FC236}">
                      <a16:creationId xmlns:a16="http://schemas.microsoft.com/office/drawing/2014/main" id="{BA115C16-F4DB-13A9-8BFE-BD5D5BF106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1991842"/>
                  <a:ext cx="396262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B88C5C53-011A-08BB-ACEF-91A24D35CBC0}"/>
                    </a:ext>
                  </a:extLst>
                </p:cNvPr>
                <p:cNvSpPr/>
                <p:nvPr/>
              </p:nvSpPr>
              <p:spPr>
                <a:xfrm>
                  <a:off x="392266" y="3291818"/>
                  <a:ext cx="34336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0" name="矩形 149">
                  <a:extLst>
                    <a:ext uri="{FF2B5EF4-FFF2-40B4-BE49-F238E27FC236}">
                      <a16:creationId xmlns:a16="http://schemas.microsoft.com/office/drawing/2014/main" id="{B88C5C53-011A-08BB-ACEF-91A24D35CB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3291818"/>
                  <a:ext cx="343364" cy="369332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E49EE01A-5AC0-3899-3BB1-4797373C123E}"/>
                    </a:ext>
                  </a:extLst>
                </p:cNvPr>
                <p:cNvSpPr/>
                <p:nvPr/>
              </p:nvSpPr>
              <p:spPr>
                <a:xfrm>
                  <a:off x="392266" y="2966824"/>
                  <a:ext cx="3962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E49EE01A-5AC0-3899-3BB1-4797373C12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66" y="2966824"/>
                  <a:ext cx="396262" cy="36933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5F26A7C1-AADA-BCC9-04DD-39BF1ECAA003}"/>
                    </a:ext>
                  </a:extLst>
                </p:cNvPr>
                <p:cNvSpPr/>
                <p:nvPr/>
              </p:nvSpPr>
              <p:spPr>
                <a:xfrm>
                  <a:off x="1541640" y="2220136"/>
                  <a:ext cx="7052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5F26A7C1-AADA-BCC9-04DD-39BF1ECAA0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1640" y="2220136"/>
                  <a:ext cx="705258" cy="369332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2BC9C902-7CB3-B2BC-67EB-57BFA6C08055}"/>
                    </a:ext>
                  </a:extLst>
                </p:cNvPr>
                <p:cNvSpPr/>
                <p:nvPr/>
              </p:nvSpPr>
              <p:spPr>
                <a:xfrm>
                  <a:off x="1541640" y="2580346"/>
                  <a:ext cx="7116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3" name="矩形 152">
                  <a:extLst>
                    <a:ext uri="{FF2B5EF4-FFF2-40B4-BE49-F238E27FC236}">
                      <a16:creationId xmlns:a16="http://schemas.microsoft.com/office/drawing/2014/main" id="{2BC9C902-7CB3-B2BC-67EB-57BFA6C080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1640" y="2580346"/>
                  <a:ext cx="711669" cy="369332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3880A7C8-D968-31F3-845E-CD95A6F7CB13}"/>
                    </a:ext>
                  </a:extLst>
                </p:cNvPr>
                <p:cNvSpPr/>
                <p:nvPr/>
              </p:nvSpPr>
              <p:spPr>
                <a:xfrm>
                  <a:off x="1541640" y="2940556"/>
                  <a:ext cx="72930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3880A7C8-D968-31F3-845E-CD95A6F7CB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1640" y="2940556"/>
                  <a:ext cx="729302" cy="369332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F158C6C5-7E0A-F860-6199-8ED502A02BEC}"/>
                    </a:ext>
                  </a:extLst>
                </p:cNvPr>
                <p:cNvSpPr/>
                <p:nvPr/>
              </p:nvSpPr>
              <p:spPr>
                <a:xfrm>
                  <a:off x="1541640" y="3300767"/>
                  <a:ext cx="7148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F158C6C5-7E0A-F860-6199-8ED502A02B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1640" y="3300767"/>
                  <a:ext cx="714875" cy="369332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5C8BC247-BA49-B29F-67A4-ECFA4F1413E7}"/>
                </a:ext>
              </a:extLst>
            </p:cNvPr>
            <p:cNvSpPr/>
            <p:nvPr/>
          </p:nvSpPr>
          <p:spPr>
            <a:xfrm>
              <a:off x="2506062" y="1864732"/>
              <a:ext cx="360000" cy="1833934"/>
            </a:xfrm>
            <a:prstGeom prst="roundRect">
              <a:avLst/>
            </a:prstGeom>
            <a:solidFill>
              <a:srgbClr val="F4F4F4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 Layer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57" name="对象 15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3C8EB5C1-412F-8CDD-4352-F0ACB492467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36080282"/>
                    </p:ext>
                  </p:extLst>
                </p:nvPr>
              </p:nvGraphicFramePr>
              <p:xfrm>
                <a:off x="3240442" y="269062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56" imgW="457208" imgH="457161" progId="PowerPoint.ShowMacroEnabled.12">
                        <p:embed/>
                      </p:oleObj>
                    </mc:Choice>
                    <mc:Fallback>
                      <p:oleObj name="Presentation" r:id="rId56" imgW="457208" imgH="457161" progId="PowerPoint.ShowMacroEnabled.12">
                        <p:embed/>
                        <p:pic>
                          <p:nvPicPr>
                            <p:cNvPr id="20" name="对象 1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27E654A-8D51-87AC-0FFB-4E66EACBAE2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269062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57" name="对象 156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3C8EB5C1-412F-8CDD-4352-F0ACB492467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36080282"/>
                    </p:ext>
                  </p:extLst>
                </p:nvPr>
              </p:nvGraphicFramePr>
              <p:xfrm>
                <a:off x="3240442" y="269062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56" imgW="457208" imgH="457161" progId="PowerPoint.ShowMacroEnabled.12">
                        <p:embed/>
                      </p:oleObj>
                    </mc:Choice>
                    <mc:Fallback>
                      <p:oleObj name="Presentation" r:id="rId56" imgW="457208" imgH="457161" progId="PowerPoint.ShowMacroEnabled.12">
                        <p:embed/>
                        <p:pic>
                          <p:nvPicPr>
                            <p:cNvPr id="20" name="对象 1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27E654A-8D51-87AC-0FFB-4E66EACBAE24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269062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58" name="对象 15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3DADFEE-1E6B-21E9-7DD3-7154BCEB2EE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6184011"/>
                    </p:ext>
                  </p:extLst>
                </p:nvPr>
              </p:nvGraphicFramePr>
              <p:xfrm>
                <a:off x="3240442" y="3019825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58" imgW="457208" imgH="457161" progId="PowerPoint.ShowMacroEnabled.12">
                        <p:embed/>
                      </p:oleObj>
                    </mc:Choice>
                    <mc:Fallback>
                      <p:oleObj name="Presentation" r:id="rId58" imgW="457208" imgH="457161" progId="PowerPoint.ShowMacroEnabled.12">
                        <p:embed/>
                        <p:pic>
                          <p:nvPicPr>
                            <p:cNvPr id="21" name="对象 20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CB1AF275-3AE6-02BB-6FED-FD407B4A122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3019825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58" name="对象 157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3DADFEE-1E6B-21E9-7DD3-7154BCEB2EE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6184011"/>
                    </p:ext>
                  </p:extLst>
                </p:nvPr>
              </p:nvGraphicFramePr>
              <p:xfrm>
                <a:off x="3240442" y="3019825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58" imgW="457208" imgH="457161" progId="PowerPoint.ShowMacroEnabled.12">
                        <p:embed/>
                      </p:oleObj>
                    </mc:Choice>
                    <mc:Fallback>
                      <p:oleObj name="Presentation" r:id="rId58" imgW="457208" imgH="457161" progId="PowerPoint.ShowMacroEnabled.12">
                        <p:embed/>
                        <p:pic>
                          <p:nvPicPr>
                            <p:cNvPr id="21" name="对象 20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CB1AF275-3AE6-02BB-6FED-FD407B4A122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3019825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59" name="对象 15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65217B50-69CA-72FF-E303-8915F5675CB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46380422"/>
                    </p:ext>
                  </p:extLst>
                </p:nvPr>
              </p:nvGraphicFramePr>
              <p:xfrm>
                <a:off x="3240442" y="334903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0" imgW="457208" imgH="457161" progId="PowerPoint.ShowMacroEnabled.12">
                        <p:embed/>
                      </p:oleObj>
                    </mc:Choice>
                    <mc:Fallback>
                      <p:oleObj name="Presentation" r:id="rId60" imgW="457208" imgH="457161" progId="PowerPoint.ShowMacroEnabled.12">
                        <p:embed/>
                        <p:pic>
                          <p:nvPicPr>
                            <p:cNvPr id="22" name="对象 2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9A36A9D-CADF-AE74-8ACF-87DCD70FA4E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334903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59" name="对象 15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65217B50-69CA-72FF-E303-8915F5675CB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46380422"/>
                    </p:ext>
                  </p:extLst>
                </p:nvPr>
              </p:nvGraphicFramePr>
              <p:xfrm>
                <a:off x="3240442" y="334903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0" imgW="457208" imgH="457161" progId="PowerPoint.ShowMacroEnabled.12">
                        <p:embed/>
                      </p:oleObj>
                    </mc:Choice>
                    <mc:Fallback>
                      <p:oleObj name="Presentation" r:id="rId60" imgW="457208" imgH="457161" progId="PowerPoint.ShowMacroEnabled.12">
                        <p:embed/>
                        <p:pic>
                          <p:nvPicPr>
                            <p:cNvPr id="22" name="对象 21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9A36A9D-CADF-AE74-8ACF-87DCD70FA4E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442" y="334903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787F864D-4458-0E61-746F-F067ED5C2C8E}"/>
                </a:ext>
              </a:extLst>
            </p:cNvPr>
            <p:cNvCxnSpPr>
              <a:cxnSpLocks/>
            </p:cNvCxnSpPr>
            <p:nvPr/>
          </p:nvCxnSpPr>
          <p:spPr>
            <a:xfrm>
              <a:off x="685166" y="2975280"/>
              <a:ext cx="252000" cy="60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958B8D6F-8EF3-A3FF-19F4-230B652E3B12}"/>
                </a:ext>
              </a:extLst>
            </p:cNvPr>
            <p:cNvCxnSpPr>
              <a:cxnSpLocks/>
            </p:cNvCxnSpPr>
            <p:nvPr/>
          </p:nvCxnSpPr>
          <p:spPr>
            <a:xfrm>
              <a:off x="1418972" y="2975280"/>
              <a:ext cx="252000" cy="60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8F4DACD6-4947-BC14-2713-F038CF684093}"/>
                </a:ext>
              </a:extLst>
            </p:cNvPr>
            <p:cNvCxnSpPr>
              <a:cxnSpLocks/>
            </p:cNvCxnSpPr>
            <p:nvPr/>
          </p:nvCxnSpPr>
          <p:spPr>
            <a:xfrm>
              <a:off x="2168381" y="2975280"/>
              <a:ext cx="252000" cy="60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AF365317-096A-C1E4-DB0C-7983F5A690E3}"/>
                </a:ext>
              </a:extLst>
            </p:cNvPr>
            <p:cNvCxnSpPr>
              <a:cxnSpLocks/>
            </p:cNvCxnSpPr>
            <p:nvPr/>
          </p:nvCxnSpPr>
          <p:spPr>
            <a:xfrm>
              <a:off x="2946064" y="2825204"/>
              <a:ext cx="252000" cy="60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64" name="对象 163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5493C46-E629-5015-A3BB-AC2B369242C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7790157"/>
                    </p:ext>
                  </p:extLst>
                </p:nvPr>
              </p:nvGraphicFramePr>
              <p:xfrm>
                <a:off x="3240000" y="203400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2" imgW="457208" imgH="457161" progId="PowerPoint.ShowMacroEnabled.12">
                        <p:embed/>
                      </p:oleObj>
                    </mc:Choice>
                    <mc:Fallback>
                      <p:oleObj name="Presentation" r:id="rId62" imgW="457208" imgH="457161" progId="PowerPoint.ShowMacroEnabled.12">
                        <p:embed/>
                        <p:pic>
                          <p:nvPicPr>
                            <p:cNvPr id="27" name="对象 26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FE9DDEEA-818F-AD31-E928-2DABC3D80EB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000" y="203400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64" name="对象 163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E5493C46-E629-5015-A3BB-AC2B369242C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7790157"/>
                    </p:ext>
                  </p:extLst>
                </p:nvPr>
              </p:nvGraphicFramePr>
              <p:xfrm>
                <a:off x="3240000" y="203400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2" imgW="457208" imgH="457161" progId="PowerPoint.ShowMacroEnabled.12">
                        <p:embed/>
                      </p:oleObj>
                    </mc:Choice>
                    <mc:Fallback>
                      <p:oleObj name="Presentation" r:id="rId62" imgW="457208" imgH="457161" progId="PowerPoint.ShowMacroEnabled.12">
                        <p:embed/>
                        <p:pic>
                          <p:nvPicPr>
                            <p:cNvPr id="27" name="对象 26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FE9DDEEA-818F-AD31-E928-2DABC3D80EB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000" y="203400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65" name="对象 164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52981989-DB99-C5EF-E6E5-38E14584E96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46938544"/>
                    </p:ext>
                  </p:extLst>
                </p:nvPr>
              </p:nvGraphicFramePr>
              <p:xfrm>
                <a:off x="3240000" y="236160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4" imgW="457161" imgH="457208" progId="PowerPoint.ShowMacroEnabled.12">
                        <p:embed/>
                      </p:oleObj>
                    </mc:Choice>
                    <mc:Fallback>
                      <p:oleObj name="Presentation" r:id="rId64" imgW="457161" imgH="457208" progId="PowerPoint.ShowMacroEnabled.12">
                        <p:embed/>
                        <p:pic>
                          <p:nvPicPr>
                            <p:cNvPr id="28" name="对象 2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67C2E0A-C168-C32A-689B-9CA51C548119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000" y="236160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65" name="对象 164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52981989-DB99-C5EF-E6E5-38E14584E96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46938544"/>
                    </p:ext>
                  </p:extLst>
                </p:nvPr>
              </p:nvGraphicFramePr>
              <p:xfrm>
                <a:off x="3240000" y="2361600"/>
                <a:ext cx="266400" cy="266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Presentation" r:id="rId64" imgW="457161" imgH="457208" progId="PowerPoint.ShowMacroEnabled.12">
                        <p:embed/>
                      </p:oleObj>
                    </mc:Choice>
                    <mc:Fallback>
                      <p:oleObj name="Presentation" r:id="rId64" imgW="457161" imgH="457208" progId="PowerPoint.ShowMacroEnabled.12">
                        <p:embed/>
                        <p:pic>
                          <p:nvPicPr>
                            <p:cNvPr id="28" name="对象 27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A67C2E0A-C168-C32A-689B-9CA51C548119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40000" y="2361600"/>
                              <a:ext cx="266400" cy="266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B02E3F77-632D-464D-9365-DFF9E4E3CB67}"/>
              </a:ext>
            </a:extLst>
          </p:cNvPr>
          <p:cNvSpPr/>
          <p:nvPr/>
        </p:nvSpPr>
        <p:spPr>
          <a:xfrm>
            <a:off x="8895664" y="1676646"/>
            <a:ext cx="2916183" cy="46848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742AB4C-4C0A-41DC-B22D-BFD229985D91}"/>
              </a:ext>
            </a:extLst>
          </p:cNvPr>
          <p:cNvSpPr/>
          <p:nvPr/>
        </p:nvSpPr>
        <p:spPr>
          <a:xfrm>
            <a:off x="10004187" y="1863201"/>
            <a:ext cx="360000" cy="4315556"/>
          </a:xfrm>
          <a:prstGeom prst="roundRect">
            <a:avLst/>
          </a:prstGeom>
          <a:solidFill>
            <a:srgbClr val="F4F4F4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83EF0FD-B459-4290-B2E0-FBAD1B83FB5A}"/>
              </a:ext>
            </a:extLst>
          </p:cNvPr>
          <p:cNvCxnSpPr>
            <a:cxnSpLocks/>
          </p:cNvCxnSpPr>
          <p:nvPr/>
        </p:nvCxnSpPr>
        <p:spPr>
          <a:xfrm>
            <a:off x="10364191" y="3982156"/>
            <a:ext cx="254023" cy="1"/>
          </a:xfrm>
          <a:prstGeom prst="straightConnector1">
            <a:avLst/>
          </a:prstGeom>
          <a:ln w="9525" cap="flat" cmpd="sng" algn="ctr">
            <a:solidFill>
              <a:srgbClr val="919191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C375C2B-AF5B-47D5-BF11-395D93F5EB95}"/>
              </a:ext>
            </a:extLst>
          </p:cNvPr>
          <p:cNvGrpSpPr/>
          <p:nvPr/>
        </p:nvGrpSpPr>
        <p:grpSpPr>
          <a:xfrm>
            <a:off x="10585390" y="3633022"/>
            <a:ext cx="1157689" cy="637309"/>
            <a:chOff x="10585386" y="2662094"/>
            <a:chExt cx="1157689" cy="637309"/>
          </a:xfrm>
        </p:grpSpPr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42046A40-8DD2-46FC-9A9B-412A3C525D54}"/>
                </a:ext>
              </a:extLst>
            </p:cNvPr>
            <p:cNvSpPr/>
            <p:nvPr/>
          </p:nvSpPr>
          <p:spPr>
            <a:xfrm>
              <a:off x="10618210" y="2662094"/>
              <a:ext cx="1063887" cy="63730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9E1D8196-9CE0-4B2F-BA6A-9803683D1FED}"/>
                </a:ext>
              </a:extLst>
            </p:cNvPr>
            <p:cNvSpPr txBox="1"/>
            <p:nvPr/>
          </p:nvSpPr>
          <p:spPr>
            <a:xfrm>
              <a:off x="10585386" y="2672971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Location task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DD74255D-15C7-42E9-90E9-F2E5FAF8998E}"/>
                    </a:ext>
                  </a:extLst>
                </p:cNvPr>
                <p:cNvSpPr/>
                <p:nvPr/>
              </p:nvSpPr>
              <p:spPr>
                <a:xfrm>
                  <a:off x="10807495" y="2902884"/>
                  <a:ext cx="685316" cy="39651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DD74255D-15C7-42E9-90E9-F2E5FAF899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495" y="2902884"/>
                  <a:ext cx="685316" cy="396519"/>
                </a:xfrm>
                <a:prstGeom prst="rect">
                  <a:avLst/>
                </a:prstGeom>
                <a:blipFill>
                  <a:blip r:embed="rId66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C0CA2E2-A3CD-4800-A872-2A14E3580DB2}"/>
              </a:ext>
            </a:extLst>
          </p:cNvPr>
          <p:cNvSpPr txBox="1"/>
          <p:nvPr/>
        </p:nvSpPr>
        <p:spPr>
          <a:xfrm>
            <a:off x="5492778" y="3382110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Masked long-term preference</a:t>
            </a:r>
            <a:endParaRPr lang="zh-CN" altLang="en-US" dirty="0">
              <a:solidFill>
                <a:srgbClr val="006F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BE746BF-3544-49DB-8982-566512EEE642}"/>
              </a:ext>
            </a:extLst>
          </p:cNvPr>
          <p:cNvSpPr txBox="1"/>
          <p:nvPr/>
        </p:nvSpPr>
        <p:spPr>
          <a:xfrm>
            <a:off x="6181572" y="586300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Short-term preference</a:t>
            </a:r>
            <a:endParaRPr lang="zh-CN" altLang="en-US" dirty="0">
              <a:solidFill>
                <a:srgbClr val="006F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56C2F135-AA2E-40B0-92E0-7369F45D9183}"/>
              </a:ext>
            </a:extLst>
          </p:cNvPr>
          <p:cNvCxnSpPr>
            <a:cxnSpLocks/>
          </p:cNvCxnSpPr>
          <p:nvPr/>
        </p:nvCxnSpPr>
        <p:spPr>
          <a:xfrm>
            <a:off x="8408957" y="5266921"/>
            <a:ext cx="1595230" cy="0"/>
          </a:xfrm>
          <a:prstGeom prst="straightConnector1">
            <a:avLst/>
          </a:prstGeom>
          <a:ln w="9525" cap="flat" cmpd="sng" algn="ctr">
            <a:solidFill>
              <a:srgbClr val="919191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连接符: 曲线 109">
            <a:extLst>
              <a:ext uri="{FF2B5EF4-FFF2-40B4-BE49-F238E27FC236}">
                <a16:creationId xmlns:a16="http://schemas.microsoft.com/office/drawing/2014/main" id="{D63AE678-7CFB-4A79-8A96-7021EE2A2D57}"/>
              </a:ext>
            </a:extLst>
          </p:cNvPr>
          <p:cNvCxnSpPr>
            <a:cxnSpLocks/>
            <a:endCxn id="78" idx="2"/>
          </p:cNvCxnSpPr>
          <p:nvPr/>
        </p:nvCxnSpPr>
        <p:spPr>
          <a:xfrm rot="5400000" flipH="1" flipV="1">
            <a:off x="5504504" y="731132"/>
            <a:ext cx="2106453" cy="9184852"/>
          </a:xfrm>
          <a:prstGeom prst="bentConnector3">
            <a:avLst>
              <a:gd name="adj1" fmla="val -10852"/>
            </a:avLst>
          </a:prstGeom>
          <a:ln w="9525">
            <a:solidFill>
              <a:srgbClr val="91919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9035212E-840A-4D78-A8CD-CE398DA4BE7F}"/>
              </a:ext>
            </a:extLst>
          </p:cNvPr>
          <p:cNvCxnSpPr>
            <a:cxnSpLocks/>
          </p:cNvCxnSpPr>
          <p:nvPr/>
        </p:nvCxnSpPr>
        <p:spPr>
          <a:xfrm>
            <a:off x="8408957" y="2781496"/>
            <a:ext cx="1595230" cy="0"/>
          </a:xfrm>
          <a:prstGeom prst="straightConnector1">
            <a:avLst/>
          </a:prstGeom>
          <a:ln w="9525" cap="flat" cmpd="sng" algn="ctr">
            <a:solidFill>
              <a:srgbClr val="919191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ABC044E0-5407-4C4F-B459-5F1FDF4D0B35}"/>
                  </a:ext>
                </a:extLst>
              </p:cNvPr>
              <p:cNvSpPr/>
              <p:nvPr/>
            </p:nvSpPr>
            <p:spPr>
              <a:xfrm>
                <a:off x="10353600" y="2077200"/>
                <a:ext cx="5145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ABC044E0-5407-4C4F-B459-5F1FDF4D0B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3600" y="2077200"/>
                <a:ext cx="514500" cy="369332"/>
              </a:xfrm>
              <a:prstGeom prst="rect">
                <a:avLst/>
              </a:prstGeom>
              <a:blipFill>
                <a:blip r:embed="rId1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79C6C029-FAFA-4C52-B41F-60342F393B05}"/>
              </a:ext>
            </a:extLst>
          </p:cNvPr>
          <p:cNvGrpSpPr/>
          <p:nvPr/>
        </p:nvGrpSpPr>
        <p:grpSpPr>
          <a:xfrm>
            <a:off x="126795" y="4280117"/>
            <a:ext cx="3757816" cy="2098320"/>
            <a:chOff x="126795" y="4280117"/>
            <a:chExt cx="3757816" cy="2098320"/>
          </a:xfrm>
        </p:grpSpPr>
        <p:sp>
          <p:nvSpPr>
            <p:cNvPr id="273" name="矩形: 圆角 272">
              <a:extLst>
                <a:ext uri="{FF2B5EF4-FFF2-40B4-BE49-F238E27FC236}">
                  <a16:creationId xmlns:a16="http://schemas.microsoft.com/office/drawing/2014/main" id="{AC72F572-A3F6-4915-A985-EF72FDA654D2}"/>
                </a:ext>
              </a:extLst>
            </p:cNvPr>
            <p:cNvSpPr/>
            <p:nvPr/>
          </p:nvSpPr>
          <p:spPr>
            <a:xfrm>
              <a:off x="126795" y="4280117"/>
              <a:ext cx="3757816" cy="20983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文本框 273">
              <a:extLst>
                <a:ext uri="{FF2B5EF4-FFF2-40B4-BE49-F238E27FC236}">
                  <a16:creationId xmlns:a16="http://schemas.microsoft.com/office/drawing/2014/main" id="{5E69A1FD-B9E4-404E-BC3D-20A955DB3E74}"/>
                </a:ext>
              </a:extLst>
            </p:cNvPr>
            <p:cNvSpPr txBox="1"/>
            <p:nvPr/>
          </p:nvSpPr>
          <p:spPr>
            <a:xfrm>
              <a:off x="360250" y="6007452"/>
              <a:ext cx="3210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6F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 prediction auxiliary task</a:t>
              </a:r>
              <a:endParaRPr lang="zh-CN" altLang="en-US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AC882F44-4C6D-4BAE-A5D8-3A613E9C03F1}"/>
                </a:ext>
              </a:extLst>
            </p:cNvPr>
            <p:cNvSpPr txBox="1"/>
            <p:nvPr/>
          </p:nvSpPr>
          <p:spPr>
            <a:xfrm>
              <a:off x="2766190" y="4289121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POI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2610B786-61DD-43CE-A3FC-11FB6E2155FB}"/>
                </a:ext>
              </a:extLst>
            </p:cNvPr>
            <p:cNvSpPr txBox="1"/>
            <p:nvPr/>
          </p:nvSpPr>
          <p:spPr>
            <a:xfrm>
              <a:off x="2766190" y="4585079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G@4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7" name="文本框 276">
              <a:extLst>
                <a:ext uri="{FF2B5EF4-FFF2-40B4-BE49-F238E27FC236}">
                  <a16:creationId xmlns:a16="http://schemas.microsoft.com/office/drawing/2014/main" id="{98D842CE-6FEE-404F-B854-874593A69EC5}"/>
                </a:ext>
              </a:extLst>
            </p:cNvPr>
            <p:cNvSpPr txBox="1"/>
            <p:nvPr/>
          </p:nvSpPr>
          <p:spPr>
            <a:xfrm>
              <a:off x="2766190" y="5176995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G@6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8" name="文本框 277">
              <a:extLst>
                <a:ext uri="{FF2B5EF4-FFF2-40B4-BE49-F238E27FC236}">
                  <a16:creationId xmlns:a16="http://schemas.microsoft.com/office/drawing/2014/main" id="{10FC0739-D374-4C06-9E4A-B1E4FD04EF93}"/>
                </a:ext>
              </a:extLst>
            </p:cNvPr>
            <p:cNvSpPr txBox="1"/>
            <p:nvPr/>
          </p:nvSpPr>
          <p:spPr>
            <a:xfrm>
              <a:off x="2766190" y="5768912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G@8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FDFAD4EE-5677-4BA0-9D58-F5C51F7CCE0E}"/>
                </a:ext>
              </a:extLst>
            </p:cNvPr>
            <p:cNvSpPr/>
            <p:nvPr/>
          </p:nvSpPr>
          <p:spPr>
            <a:xfrm>
              <a:off x="2480199" y="4684197"/>
              <a:ext cx="205065" cy="151893"/>
            </a:xfrm>
            <a:prstGeom prst="rect">
              <a:avLst/>
            </a:prstGeom>
            <a:noFill/>
            <a:ln w="19050">
              <a:solidFill>
                <a:srgbClr val="8B40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6B9C735D-C65D-4687-A8A1-A861A4770E36}"/>
                </a:ext>
              </a:extLst>
            </p:cNvPr>
            <p:cNvSpPr/>
            <p:nvPr/>
          </p:nvSpPr>
          <p:spPr>
            <a:xfrm>
              <a:off x="2480199" y="5271951"/>
              <a:ext cx="205065" cy="151893"/>
            </a:xfrm>
            <a:prstGeom prst="rect">
              <a:avLst/>
            </a:prstGeom>
            <a:noFill/>
            <a:ln w="19050">
              <a:solidFill>
                <a:srgbClr val="CD7A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6EFEB7A9-F04C-4A75-AB1D-1D7D1A01A28A}"/>
                </a:ext>
              </a:extLst>
            </p:cNvPr>
            <p:cNvSpPr/>
            <p:nvPr/>
          </p:nvSpPr>
          <p:spPr>
            <a:xfrm>
              <a:off x="2480199" y="4978074"/>
              <a:ext cx="205065" cy="151893"/>
            </a:xfrm>
            <a:prstGeom prst="rect">
              <a:avLst/>
            </a:prstGeom>
            <a:noFill/>
            <a:ln w="19050">
              <a:solidFill>
                <a:srgbClr val="2D7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45099504-573E-463C-93F8-97FC182ECA97}"/>
                </a:ext>
              </a:extLst>
            </p:cNvPr>
            <p:cNvGrpSpPr/>
            <p:nvPr/>
          </p:nvGrpSpPr>
          <p:grpSpPr>
            <a:xfrm>
              <a:off x="183600" y="4345200"/>
              <a:ext cx="1756394" cy="1668652"/>
              <a:chOff x="1" y="3458550"/>
              <a:chExt cx="1756394" cy="1668652"/>
            </a:xfrm>
          </p:grpSpPr>
          <p:pic>
            <p:nvPicPr>
              <p:cNvPr id="288" name="图片 287">
                <a:extLst>
                  <a:ext uri="{FF2B5EF4-FFF2-40B4-BE49-F238E27FC236}">
                    <a16:creationId xmlns:a16="http://schemas.microsoft.com/office/drawing/2014/main" id="{77DA8A1E-5211-4F8D-8113-39E7CFC4EF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4"/>
              <a:srcRect t="30139" r="2117"/>
              <a:stretch/>
            </p:blipFill>
            <p:spPr>
              <a:xfrm>
                <a:off x="1" y="3458550"/>
                <a:ext cx="1756394" cy="1668652"/>
              </a:xfrm>
              <a:prstGeom prst="roundRect">
                <a:avLst>
                  <a:gd name="adj" fmla="val 18108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84DE4EF7-8913-4E3B-9E09-511A9BF702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471" y="4527380"/>
                <a:ext cx="1006" cy="588709"/>
              </a:xfrm>
              <a:prstGeom prst="line">
                <a:avLst/>
              </a:prstGeom>
              <a:ln w="19050">
                <a:solidFill>
                  <a:srgbClr val="2D78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0" name="矩形 289">
                <a:extLst>
                  <a:ext uri="{FF2B5EF4-FFF2-40B4-BE49-F238E27FC236}">
                    <a16:creationId xmlns:a16="http://schemas.microsoft.com/office/drawing/2014/main" id="{A0D004D4-A8EE-499F-B994-370EE68035AE}"/>
                  </a:ext>
                </a:extLst>
              </p:cNvPr>
              <p:cNvSpPr/>
              <p:nvPr/>
            </p:nvSpPr>
            <p:spPr>
              <a:xfrm>
                <a:off x="2559" y="3940522"/>
                <a:ext cx="1753835" cy="1175567"/>
              </a:xfrm>
              <a:prstGeom prst="rect">
                <a:avLst/>
              </a:prstGeom>
              <a:noFill/>
              <a:ln w="19050">
                <a:solidFill>
                  <a:srgbClr val="8B40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" name="矩形 290">
                <a:extLst>
                  <a:ext uri="{FF2B5EF4-FFF2-40B4-BE49-F238E27FC236}">
                    <a16:creationId xmlns:a16="http://schemas.microsoft.com/office/drawing/2014/main" id="{23769A8F-C97A-41E3-8356-432F9154CA4B}"/>
                  </a:ext>
                </a:extLst>
              </p:cNvPr>
              <p:cNvSpPr/>
              <p:nvPr/>
            </p:nvSpPr>
            <p:spPr>
              <a:xfrm>
                <a:off x="879477" y="3940522"/>
                <a:ext cx="876917" cy="587475"/>
              </a:xfrm>
              <a:prstGeom prst="rect">
                <a:avLst/>
              </a:prstGeom>
              <a:noFill/>
              <a:ln w="19050">
                <a:solidFill>
                  <a:srgbClr val="2D78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" name="矩形 291">
                <a:extLst>
                  <a:ext uri="{FF2B5EF4-FFF2-40B4-BE49-F238E27FC236}">
                    <a16:creationId xmlns:a16="http://schemas.microsoft.com/office/drawing/2014/main" id="{471112B5-84CB-45A5-BF01-AC27A1AE52EC}"/>
                  </a:ext>
                </a:extLst>
              </p:cNvPr>
              <p:cNvSpPr/>
              <p:nvPr/>
            </p:nvSpPr>
            <p:spPr>
              <a:xfrm>
                <a:off x="2559" y="3940522"/>
                <a:ext cx="876917" cy="587475"/>
              </a:xfrm>
              <a:prstGeom prst="rect">
                <a:avLst/>
              </a:prstGeom>
              <a:noFill/>
              <a:ln w="19050">
                <a:solidFill>
                  <a:srgbClr val="2D78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" name="矩形 292">
                <a:extLst>
                  <a:ext uri="{FF2B5EF4-FFF2-40B4-BE49-F238E27FC236}">
                    <a16:creationId xmlns:a16="http://schemas.microsoft.com/office/drawing/2014/main" id="{F15C77EB-970E-41AE-81C5-F5E672B8422E}"/>
                  </a:ext>
                </a:extLst>
              </p:cNvPr>
              <p:cNvSpPr/>
              <p:nvPr/>
            </p:nvSpPr>
            <p:spPr>
              <a:xfrm>
                <a:off x="879477" y="3940522"/>
                <a:ext cx="437572" cy="293892"/>
              </a:xfrm>
              <a:prstGeom prst="rect">
                <a:avLst/>
              </a:prstGeom>
              <a:noFill/>
              <a:ln w="19050">
                <a:solidFill>
                  <a:srgbClr val="CD7A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" name="矩形 293">
                <a:extLst>
                  <a:ext uri="{FF2B5EF4-FFF2-40B4-BE49-F238E27FC236}">
                    <a16:creationId xmlns:a16="http://schemas.microsoft.com/office/drawing/2014/main" id="{0E610789-FDF7-4FD8-A878-40ABAB133724}"/>
                  </a:ext>
                </a:extLst>
              </p:cNvPr>
              <p:cNvSpPr/>
              <p:nvPr/>
            </p:nvSpPr>
            <p:spPr>
              <a:xfrm>
                <a:off x="1318822" y="3940522"/>
                <a:ext cx="437572" cy="293892"/>
              </a:xfrm>
              <a:prstGeom prst="rect">
                <a:avLst/>
              </a:prstGeom>
              <a:noFill/>
              <a:ln w="19050">
                <a:solidFill>
                  <a:srgbClr val="CD7A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" name="矩形 294">
                <a:extLst>
                  <a:ext uri="{FF2B5EF4-FFF2-40B4-BE49-F238E27FC236}">
                    <a16:creationId xmlns:a16="http://schemas.microsoft.com/office/drawing/2014/main" id="{D44D1837-271A-4104-825F-D215436A6112}"/>
                  </a:ext>
                </a:extLst>
              </p:cNvPr>
              <p:cNvSpPr/>
              <p:nvPr/>
            </p:nvSpPr>
            <p:spPr>
              <a:xfrm>
                <a:off x="880363" y="4234105"/>
                <a:ext cx="437572" cy="293892"/>
              </a:xfrm>
              <a:prstGeom prst="rect">
                <a:avLst/>
              </a:prstGeom>
              <a:noFill/>
              <a:ln w="19050">
                <a:solidFill>
                  <a:srgbClr val="CD7A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" name="矩形 295">
                <a:extLst>
                  <a:ext uri="{FF2B5EF4-FFF2-40B4-BE49-F238E27FC236}">
                    <a16:creationId xmlns:a16="http://schemas.microsoft.com/office/drawing/2014/main" id="{79F59E6D-7F99-40B1-9691-9507821AFC67}"/>
                  </a:ext>
                </a:extLst>
              </p:cNvPr>
              <p:cNvSpPr/>
              <p:nvPr/>
            </p:nvSpPr>
            <p:spPr>
              <a:xfrm>
                <a:off x="1318822" y="4233488"/>
                <a:ext cx="437572" cy="293892"/>
              </a:xfrm>
              <a:prstGeom prst="rect">
                <a:avLst/>
              </a:prstGeom>
              <a:noFill/>
              <a:ln w="19050">
                <a:solidFill>
                  <a:srgbClr val="CD7A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" name="矩形 296">
                <a:extLst>
                  <a:ext uri="{FF2B5EF4-FFF2-40B4-BE49-F238E27FC236}">
                    <a16:creationId xmlns:a16="http://schemas.microsoft.com/office/drawing/2014/main" id="{F837CC26-9300-4F90-849F-BE51F33B70E3}"/>
                  </a:ext>
                </a:extLst>
              </p:cNvPr>
              <p:cNvSpPr/>
              <p:nvPr/>
            </p:nvSpPr>
            <p:spPr>
              <a:xfrm>
                <a:off x="880363" y="4087704"/>
                <a:ext cx="217900" cy="145784"/>
              </a:xfrm>
              <a:prstGeom prst="rect">
                <a:avLst/>
              </a:prstGeom>
              <a:noFill/>
              <a:ln w="19050">
                <a:solidFill>
                  <a:srgbClr val="7A65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15C9C5C5-F287-4693-AD5D-7CB9701D5EF4}"/>
                  </a:ext>
                </a:extLst>
              </p:cNvPr>
              <p:cNvSpPr/>
              <p:nvPr/>
            </p:nvSpPr>
            <p:spPr>
              <a:xfrm>
                <a:off x="1099149" y="3939596"/>
                <a:ext cx="217900" cy="150122"/>
              </a:xfrm>
              <a:prstGeom prst="rect">
                <a:avLst/>
              </a:prstGeom>
              <a:noFill/>
              <a:ln w="19050">
                <a:solidFill>
                  <a:srgbClr val="7A65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" name="矩形 298">
                <a:extLst>
                  <a:ext uri="{FF2B5EF4-FFF2-40B4-BE49-F238E27FC236}">
                    <a16:creationId xmlns:a16="http://schemas.microsoft.com/office/drawing/2014/main" id="{36A23598-D41A-41E1-A7A4-D14012DBF362}"/>
                  </a:ext>
                </a:extLst>
              </p:cNvPr>
              <p:cNvSpPr/>
              <p:nvPr/>
            </p:nvSpPr>
            <p:spPr>
              <a:xfrm>
                <a:off x="1100276" y="4086469"/>
                <a:ext cx="217900" cy="147636"/>
              </a:xfrm>
              <a:prstGeom prst="rect">
                <a:avLst/>
              </a:prstGeom>
              <a:noFill/>
              <a:ln w="19050">
                <a:solidFill>
                  <a:srgbClr val="7A65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0" name="直接连接符 299">
                <a:extLst>
                  <a:ext uri="{FF2B5EF4-FFF2-40B4-BE49-F238E27FC236}">
                    <a16:creationId xmlns:a16="http://schemas.microsoft.com/office/drawing/2014/main" id="{90BFFF9F-2AEF-4A9B-86A3-2C777A65084E}"/>
                  </a:ext>
                </a:extLst>
              </p:cNvPr>
              <p:cNvCxnSpPr>
                <a:cxnSpLocks/>
                <a:stCxn id="302" idx="1"/>
                <a:endCxn id="298" idx="1"/>
              </p:cNvCxnSpPr>
              <p:nvPr/>
            </p:nvCxnSpPr>
            <p:spPr>
              <a:xfrm>
                <a:off x="880363" y="4014502"/>
                <a:ext cx="218786" cy="155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直接连接符 300">
                <a:extLst>
                  <a:ext uri="{FF2B5EF4-FFF2-40B4-BE49-F238E27FC236}">
                    <a16:creationId xmlns:a16="http://schemas.microsoft.com/office/drawing/2014/main" id="{D38A0476-BA01-4359-B883-2A0D39AE2EC9}"/>
                  </a:ext>
                </a:extLst>
              </p:cNvPr>
              <p:cNvCxnSpPr>
                <a:stCxn id="302" idx="0"/>
                <a:endCxn id="297" idx="0"/>
              </p:cNvCxnSpPr>
              <p:nvPr/>
            </p:nvCxnSpPr>
            <p:spPr>
              <a:xfrm>
                <a:off x="989313" y="3939904"/>
                <a:ext cx="0" cy="147799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2" name="矩形 301">
                <a:extLst>
                  <a:ext uri="{FF2B5EF4-FFF2-40B4-BE49-F238E27FC236}">
                    <a16:creationId xmlns:a16="http://schemas.microsoft.com/office/drawing/2014/main" id="{D0BEFBE4-6440-43B2-A760-3516B1086042}"/>
                  </a:ext>
                </a:extLst>
              </p:cNvPr>
              <p:cNvSpPr/>
              <p:nvPr/>
            </p:nvSpPr>
            <p:spPr>
              <a:xfrm>
                <a:off x="880363" y="3939904"/>
                <a:ext cx="217900" cy="149196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63E2FADB-ABFE-4F36-A08B-C3D0E35DE65B}"/>
                </a:ext>
              </a:extLst>
            </p:cNvPr>
            <p:cNvSpPr txBox="1"/>
            <p:nvPr/>
          </p:nvSpPr>
          <p:spPr>
            <a:xfrm>
              <a:off x="2766190" y="4881037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G@5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5E2F4420-25A0-4150-B43A-7D47BF40FBB2}"/>
                </a:ext>
              </a:extLst>
            </p:cNvPr>
            <p:cNvSpPr txBox="1"/>
            <p:nvPr/>
          </p:nvSpPr>
          <p:spPr>
            <a:xfrm>
              <a:off x="2766190" y="5472953"/>
              <a:ext cx="569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G@7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5" name="矩形 284">
              <a:extLst>
                <a:ext uri="{FF2B5EF4-FFF2-40B4-BE49-F238E27FC236}">
                  <a16:creationId xmlns:a16="http://schemas.microsoft.com/office/drawing/2014/main" id="{D1F09C6E-D8C9-4CCB-A037-78A2A74312D5}"/>
                </a:ext>
              </a:extLst>
            </p:cNvPr>
            <p:cNvSpPr/>
            <p:nvPr/>
          </p:nvSpPr>
          <p:spPr>
            <a:xfrm>
              <a:off x="2480199" y="5565828"/>
              <a:ext cx="205065" cy="151893"/>
            </a:xfrm>
            <a:prstGeom prst="rect">
              <a:avLst/>
            </a:prstGeom>
            <a:noFill/>
            <a:ln w="19050">
              <a:solidFill>
                <a:srgbClr val="7A6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矩形 285">
              <a:extLst>
                <a:ext uri="{FF2B5EF4-FFF2-40B4-BE49-F238E27FC236}">
                  <a16:creationId xmlns:a16="http://schemas.microsoft.com/office/drawing/2014/main" id="{14C11782-81E6-4127-8593-E5D37124A636}"/>
                </a:ext>
              </a:extLst>
            </p:cNvPr>
            <p:cNvSpPr/>
            <p:nvPr/>
          </p:nvSpPr>
          <p:spPr>
            <a:xfrm>
              <a:off x="2480199" y="5859704"/>
              <a:ext cx="205065" cy="151893"/>
            </a:xfrm>
            <a:prstGeom prst="rect">
              <a:avLst/>
            </a:pr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87" name="图片 286">
              <a:extLst>
                <a:ext uri="{FF2B5EF4-FFF2-40B4-BE49-F238E27FC236}">
                  <a16:creationId xmlns:a16="http://schemas.microsoft.com/office/drawing/2014/main" id="{4C8DF605-22E1-4681-916C-8799BC75C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4001" y="4363518"/>
              <a:ext cx="161759" cy="161759"/>
            </a:xfrm>
            <a:prstGeom prst="rect">
              <a:avLst/>
            </a:prstGeom>
          </p:spPr>
        </p:pic>
      </p:grpSp>
      <p:cxnSp>
        <p:nvCxnSpPr>
          <p:cNvPr id="38" name="连接符: 曲线 37">
            <a:extLst>
              <a:ext uri="{FF2B5EF4-FFF2-40B4-BE49-F238E27FC236}">
                <a16:creationId xmlns:a16="http://schemas.microsoft.com/office/drawing/2014/main" id="{72412077-B777-4BC5-A556-279F10EE0F7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23311" y="2524843"/>
            <a:ext cx="517009" cy="498103"/>
          </a:xfrm>
          <a:prstGeom prst="curvedConnector3">
            <a:avLst>
              <a:gd name="adj1" fmla="val 50000"/>
            </a:avLst>
          </a:prstGeom>
          <a:ln w="9525">
            <a:solidFill>
              <a:srgbClr val="91919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CF24D77B-C38B-CC41-6AC1-D66CF6F35AF7}"/>
                  </a:ext>
                </a:extLst>
              </p:cNvPr>
              <p:cNvSpPr/>
              <p:nvPr/>
            </p:nvSpPr>
            <p:spPr>
              <a:xfrm>
                <a:off x="7718400" y="2149200"/>
                <a:ext cx="4676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CF24D77B-C38B-CC41-6AC1-D66CF6F35A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400" y="2149200"/>
                <a:ext cx="467692" cy="369332"/>
              </a:xfrm>
              <a:prstGeom prst="rect">
                <a:avLst/>
              </a:prstGeom>
              <a:blipFill>
                <a:blip r:embed="rId12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424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6A5D626-A28C-44E8-BDDE-17C477C38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6" y="1257300"/>
            <a:ext cx="7058024" cy="39052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6AFC800-79B4-492C-B2E5-A3FA24E497A9}"/>
              </a:ext>
            </a:extLst>
          </p:cNvPr>
          <p:cNvSpPr txBox="1"/>
          <p:nvPr/>
        </p:nvSpPr>
        <p:spPr>
          <a:xfrm>
            <a:off x="3838026" y="172751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C36F20B-4D7E-4ED2-860A-88D5E05A1BAA}"/>
                  </a:ext>
                </a:extLst>
              </p:cNvPr>
              <p:cNvSpPr/>
              <p:nvPr/>
            </p:nvSpPr>
            <p:spPr>
              <a:xfrm>
                <a:off x="7270090" y="1599011"/>
                <a:ext cx="396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C36F20B-4D7E-4ED2-860A-88D5E05A1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090" y="1599011"/>
                <a:ext cx="39626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CBF751B-D3E6-4D7B-8347-8B588E3100F3}"/>
                  </a:ext>
                </a:extLst>
              </p:cNvPr>
              <p:cNvSpPr/>
              <p:nvPr/>
            </p:nvSpPr>
            <p:spPr>
              <a:xfrm>
                <a:off x="6441094" y="2839619"/>
                <a:ext cx="3321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CBF751B-D3E6-4D7B-8347-8B588E3100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094" y="2839619"/>
                <a:ext cx="3321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BB1DC9B-00B9-4B88-80A6-B6270A21DEA5}"/>
                  </a:ext>
                </a:extLst>
              </p:cNvPr>
              <p:cNvSpPr/>
              <p:nvPr/>
            </p:nvSpPr>
            <p:spPr>
              <a:xfrm>
                <a:off x="6441094" y="1599011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BB1DC9B-00B9-4B88-80A6-B6270A21DE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094" y="1599011"/>
                <a:ext cx="3642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0FC734B-1676-4D04-8506-ADD8B14A525E}"/>
                  </a:ext>
                </a:extLst>
              </p:cNvPr>
              <p:cNvSpPr/>
              <p:nvPr/>
            </p:nvSpPr>
            <p:spPr>
              <a:xfrm>
                <a:off x="9120561" y="1599011"/>
                <a:ext cx="396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0FC734B-1676-4D04-8506-ADD8B14A52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561" y="1599011"/>
                <a:ext cx="3962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97636E5-352F-4282-8FBF-46849AAD94D0}"/>
                  </a:ext>
                </a:extLst>
              </p:cNvPr>
              <p:cNvSpPr/>
              <p:nvPr/>
            </p:nvSpPr>
            <p:spPr>
              <a:xfrm>
                <a:off x="5474540" y="1593209"/>
                <a:ext cx="3433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97636E5-352F-4282-8FBF-46849AAD94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540" y="1593209"/>
                <a:ext cx="34336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6B96B46A-2E5C-43B5-BCE8-DEE2EC600FA4}"/>
              </a:ext>
            </a:extLst>
          </p:cNvPr>
          <p:cNvSpPr txBox="1"/>
          <p:nvPr/>
        </p:nvSpPr>
        <p:spPr>
          <a:xfrm>
            <a:off x="8169338" y="283961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A1EB8BD-36BA-4176-BB2C-790EA0DB92FB}"/>
              </a:ext>
            </a:extLst>
          </p:cNvPr>
          <p:cNvSpPr txBox="1"/>
          <p:nvPr/>
        </p:nvSpPr>
        <p:spPr>
          <a:xfrm>
            <a:off x="8264432" y="15932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B77246E-5E09-431E-A9F7-09FEF8296F3F}"/>
                  </a:ext>
                </a:extLst>
              </p:cNvPr>
              <p:cNvSpPr/>
              <p:nvPr/>
            </p:nvSpPr>
            <p:spPr>
              <a:xfrm>
                <a:off x="6422486" y="4080227"/>
                <a:ext cx="3914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dirty="0"/>
                  <a:t>F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B77246E-5E09-431E-A9F7-09FEF8296F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486" y="4080227"/>
                <a:ext cx="391454" cy="369332"/>
              </a:xfrm>
              <a:prstGeom prst="rect">
                <a:avLst/>
              </a:prstGeom>
              <a:blipFill>
                <a:blip r:embed="rId8"/>
                <a:stretch>
                  <a:fillRect t="-8197" r="-12500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54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FFEEC80B-B02B-4E89-8191-E736487841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08815"/>
              </p:ext>
            </p:extLst>
          </p:nvPr>
        </p:nvGraphicFramePr>
        <p:xfrm>
          <a:off x="4152000" y="2277000"/>
          <a:ext cx="1944000" cy="23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64E56776-3467-4CC6-9C7A-6BD96C9DFC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0762299"/>
              </p:ext>
            </p:extLst>
          </p:nvPr>
        </p:nvGraphicFramePr>
        <p:xfrm>
          <a:off x="6095999" y="2277000"/>
          <a:ext cx="4941456" cy="23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1FC1A86E-26A1-4EAE-A178-329BFB9042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4408276"/>
              </p:ext>
            </p:extLst>
          </p:nvPr>
        </p:nvGraphicFramePr>
        <p:xfrm>
          <a:off x="1738754" y="2277000"/>
          <a:ext cx="1944000" cy="23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49F6F766-9736-4861-8F38-CA2029498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263" y="4845425"/>
            <a:ext cx="6961905" cy="1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6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55556BAF-0A71-4FE2-9347-8F9FFCE083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868663"/>
              </p:ext>
            </p:extLst>
          </p:nvPr>
        </p:nvGraphicFramePr>
        <p:xfrm>
          <a:off x="5011963" y="2281144"/>
          <a:ext cx="4942800" cy="23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27A19C28-6824-4ED3-BB3E-C2B5491080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6095673"/>
              </p:ext>
            </p:extLst>
          </p:nvPr>
        </p:nvGraphicFramePr>
        <p:xfrm>
          <a:off x="4150800" y="2277000"/>
          <a:ext cx="1944000" cy="23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5A206409-D4ED-41E1-ADBF-0CB2B19DFB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4448263"/>
              </p:ext>
            </p:extLst>
          </p:nvPr>
        </p:nvGraphicFramePr>
        <p:xfrm>
          <a:off x="372248" y="2277000"/>
          <a:ext cx="1944000" cy="23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69C69CCF-5503-4E03-B9E2-54EF8178B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9665" y="415636"/>
            <a:ext cx="5542857" cy="1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04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EC0A4F6-8D42-4AE1-AAC2-6134DF077E49}"/>
                  </a:ext>
                </a:extLst>
              </p:cNvPr>
              <p:cNvSpPr/>
              <p:nvPr/>
            </p:nvSpPr>
            <p:spPr>
              <a:xfrm>
                <a:off x="3121554" y="4234202"/>
                <a:ext cx="6096000" cy="97712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/>
                <a:r>
                  <a:rPr lang="en-US" altLang="zh-CN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TransLayer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𝑸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1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𝑲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1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𝑽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)=(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𝑲</m:t>
                              </m:r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rad>
                        </m:den>
                      </m:f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))</m:t>
                      </m:r>
                      <m:r>
                        <a:rPr lang="en-US" altLang="zh-CN" b="1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𝑽</m:t>
                      </m:r>
                    </m:oMath>
                  </m:oMathPara>
                </a14:m>
                <a:endParaRPr lang="zh-CN" altLang="zh-CN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EC0A4F6-8D42-4AE1-AAC2-6134DF077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554" y="4234202"/>
                <a:ext cx="6096000" cy="9771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4D53741-CE61-4D51-898E-FC03104B06E4}"/>
                  </a:ext>
                </a:extLst>
              </p:cNvPr>
              <p:cNvSpPr/>
              <p:nvPr/>
            </p:nvSpPr>
            <p:spPr>
              <a:xfrm>
                <a:off x="4065311" y="4022573"/>
                <a:ext cx="637290" cy="4232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sSubSup>
                            <m:sSubSup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4D53741-CE61-4D51-898E-FC03104B0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311" y="4022573"/>
                <a:ext cx="637290" cy="423257"/>
              </a:xfrm>
              <a:prstGeom prst="rect">
                <a:avLst/>
              </a:prstGeom>
              <a:blipFill>
                <a:blip r:embed="rId3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F2CCAA59-A4A7-47D4-8927-CFA8314D7405}"/>
              </a:ext>
            </a:extLst>
          </p:cNvPr>
          <p:cNvSpPr txBox="1"/>
          <p:nvPr/>
        </p:nvSpPr>
        <p:spPr>
          <a:xfrm>
            <a:off x="128901" y="158473"/>
            <a:ext cx="9558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PPT </a:t>
            </a:r>
            <a:r>
              <a:rPr lang="zh-CN" altLang="en-US" dirty="0"/>
              <a:t>插入复杂 </a:t>
            </a:r>
            <a:r>
              <a:rPr lang="en-US" altLang="zh-CN" dirty="0"/>
              <a:t>latex </a:t>
            </a:r>
            <a:r>
              <a:rPr lang="zh-CN" altLang="en-US" dirty="0"/>
              <a:t>公式</a:t>
            </a:r>
          </a:p>
          <a:p>
            <a:r>
              <a:rPr lang="zh-CN" altLang="en-US" dirty="0"/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将公式用 图像转</a:t>
            </a:r>
            <a:r>
              <a:rPr lang="en-US" altLang="zh-CN" dirty="0"/>
              <a:t>Latex &amp; </a:t>
            </a:r>
            <a:r>
              <a:rPr lang="zh-CN" altLang="en-US" dirty="0"/>
              <a:t>图像转</a:t>
            </a:r>
            <a:r>
              <a:rPr lang="en-US" altLang="zh-CN" dirty="0"/>
              <a:t>Gif (img2latex.com)</a:t>
            </a:r>
            <a:r>
              <a:rPr lang="zh-CN" altLang="en-US" dirty="0"/>
              <a:t>（或 </a:t>
            </a:r>
            <a:r>
              <a:rPr lang="en-US" altLang="zh-CN" dirty="0" err="1"/>
              <a:t>uTools</a:t>
            </a:r>
            <a:r>
              <a:rPr lang="en-US" altLang="zh-CN" dirty="0"/>
              <a:t> </a:t>
            </a:r>
            <a:r>
              <a:rPr lang="zh-CN" altLang="en-US" dirty="0"/>
              <a:t>插件）转换为 </a:t>
            </a:r>
            <a:r>
              <a:rPr lang="en-US" altLang="zh-CN" dirty="0"/>
              <a:t>Word </a:t>
            </a:r>
            <a:r>
              <a:rPr lang="zh-CN" altLang="en-US" dirty="0"/>
              <a:t>版本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将 </a:t>
            </a:r>
            <a:r>
              <a:rPr lang="en-US" altLang="zh-CN" dirty="0"/>
              <a:t>Word </a:t>
            </a:r>
            <a:r>
              <a:rPr lang="zh-CN" altLang="en-US" dirty="0"/>
              <a:t>版本复制到 </a:t>
            </a:r>
            <a:r>
              <a:rPr lang="en-US" altLang="zh-CN" dirty="0"/>
              <a:t>Word </a:t>
            </a:r>
            <a:r>
              <a:rPr lang="zh-CN" altLang="en-US" dirty="0"/>
              <a:t>中，以生成公式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将生成的公式复制到 </a:t>
            </a:r>
            <a:r>
              <a:rPr lang="en-US" altLang="zh-CN" dirty="0"/>
              <a:t>PPT </a:t>
            </a:r>
            <a:r>
              <a:rPr lang="zh-CN" altLang="en-US" dirty="0"/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4267128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AED30B2E-9257-48D5-8459-3516BADD0899}"/>
              </a:ext>
            </a:extLst>
          </p:cNvPr>
          <p:cNvSpPr/>
          <p:nvPr/>
        </p:nvSpPr>
        <p:spPr>
          <a:xfrm>
            <a:off x="5667432" y="3648274"/>
            <a:ext cx="857143" cy="263669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FD1CDB-8199-4E0E-9976-768862CD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432" y="2924017"/>
            <a:ext cx="857143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58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AED30B2E-9257-48D5-8459-3516BADD0899}"/>
              </a:ext>
            </a:extLst>
          </p:cNvPr>
          <p:cNvSpPr/>
          <p:nvPr/>
        </p:nvSpPr>
        <p:spPr>
          <a:xfrm>
            <a:off x="5667432" y="3648274"/>
            <a:ext cx="857143" cy="263669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FD1CDB-8199-4E0E-9976-768862CD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432" y="2924017"/>
            <a:ext cx="857143" cy="285714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95892E93-7FA5-40A1-A93A-14048B88D3D0}"/>
              </a:ext>
            </a:extLst>
          </p:cNvPr>
          <p:cNvSpPr>
            <a:spLocks noChangeAspect="1"/>
          </p:cNvSpPr>
          <p:nvPr/>
        </p:nvSpPr>
        <p:spPr>
          <a:xfrm>
            <a:off x="5692828" y="3654620"/>
            <a:ext cx="252000" cy="252000"/>
          </a:xfrm>
          <a:prstGeom prst="ellipse">
            <a:avLst/>
          </a:prstGeom>
          <a:solidFill>
            <a:srgbClr val="B7D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15C6D7B-52BF-46F8-A3C5-259CE86D43DB}"/>
              </a:ext>
            </a:extLst>
          </p:cNvPr>
          <p:cNvSpPr>
            <a:spLocks noChangeAspect="1"/>
          </p:cNvSpPr>
          <p:nvPr/>
        </p:nvSpPr>
        <p:spPr>
          <a:xfrm>
            <a:off x="5970583" y="3654620"/>
            <a:ext cx="252000" cy="252000"/>
          </a:xfrm>
          <a:prstGeom prst="ellipse">
            <a:avLst/>
          </a:prstGeom>
          <a:solidFill>
            <a:srgbClr val="B7D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660B51C-2394-4731-8A2D-690D2CDCAEAB}"/>
              </a:ext>
            </a:extLst>
          </p:cNvPr>
          <p:cNvSpPr>
            <a:spLocks noChangeAspect="1"/>
          </p:cNvSpPr>
          <p:nvPr/>
        </p:nvSpPr>
        <p:spPr>
          <a:xfrm>
            <a:off x="6248337" y="3654620"/>
            <a:ext cx="252000" cy="252000"/>
          </a:xfrm>
          <a:prstGeom prst="ellipse">
            <a:avLst/>
          </a:prstGeom>
          <a:solidFill>
            <a:srgbClr val="B7D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对象 16">
            <a:hlinkClick r:id="" action="ppaction://ole?verb=0"/>
            <a:extLst>
              <a:ext uri="{FF2B5EF4-FFF2-40B4-BE49-F238E27FC236}">
                <a16:creationId xmlns:a16="http://schemas.microsoft.com/office/drawing/2014/main" id="{00274D9D-8130-43D8-A4E3-B4EE0DE306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136040"/>
              </p:ext>
            </p:extLst>
          </p:nvPr>
        </p:nvGraphicFramePr>
        <p:xfrm>
          <a:off x="6643692" y="3654624"/>
          <a:ext cx="8588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3" imgW="1477064" imgH="457208" progId="PowerPoint.ShowMacroEnabled.12">
                  <p:embed/>
                </p:oleObj>
              </mc:Choice>
              <mc:Fallback>
                <p:oleObj name="Presentation" r:id="rId3" imgW="1477064" imgH="457208" progId="PowerPoint.ShowMacroEnabled.12">
                  <p:embed/>
                  <p:pic>
                    <p:nvPicPr>
                      <p:cNvPr id="17" name="对象 16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00274D9D-8130-43D8-A4E3-B4EE0DE306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43692" y="3654624"/>
                        <a:ext cx="858837" cy="26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1164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AED30B2E-9257-48D5-8459-3516BADD0899}"/>
              </a:ext>
            </a:extLst>
          </p:cNvPr>
          <p:cNvSpPr/>
          <p:nvPr/>
        </p:nvSpPr>
        <p:spPr>
          <a:xfrm>
            <a:off x="5994419" y="3520439"/>
            <a:ext cx="262800" cy="8568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4FED60C-6DDB-4F01-910F-22164451A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18" y="1999354"/>
            <a:ext cx="276190" cy="847619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9C1C7DC6-E366-4932-9783-00ADEB3E5327}"/>
              </a:ext>
            </a:extLst>
          </p:cNvPr>
          <p:cNvSpPr>
            <a:spLocks noChangeAspect="1"/>
          </p:cNvSpPr>
          <p:nvPr/>
        </p:nvSpPr>
        <p:spPr>
          <a:xfrm>
            <a:off x="6005691" y="3543241"/>
            <a:ext cx="252000" cy="252000"/>
          </a:xfrm>
          <a:prstGeom prst="ellipse">
            <a:avLst/>
          </a:prstGeom>
          <a:solidFill>
            <a:srgbClr val="B7D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51411A8-622F-4407-9342-023B0CAE513C}"/>
              </a:ext>
            </a:extLst>
          </p:cNvPr>
          <p:cNvSpPr>
            <a:spLocks noChangeAspect="1"/>
          </p:cNvSpPr>
          <p:nvPr/>
        </p:nvSpPr>
        <p:spPr>
          <a:xfrm>
            <a:off x="6005691" y="3815522"/>
            <a:ext cx="252000" cy="252000"/>
          </a:xfrm>
          <a:prstGeom prst="ellipse">
            <a:avLst/>
          </a:prstGeom>
          <a:solidFill>
            <a:srgbClr val="B7D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7B0AA05-8907-47C8-861A-9A3832A7B63E}"/>
              </a:ext>
            </a:extLst>
          </p:cNvPr>
          <p:cNvSpPr>
            <a:spLocks noChangeAspect="1"/>
          </p:cNvSpPr>
          <p:nvPr/>
        </p:nvSpPr>
        <p:spPr>
          <a:xfrm>
            <a:off x="6005691" y="4095423"/>
            <a:ext cx="252000" cy="252000"/>
          </a:xfrm>
          <a:prstGeom prst="ellipse">
            <a:avLst/>
          </a:prstGeom>
          <a:solidFill>
            <a:srgbClr val="B7D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307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8B61A7-5D06-401A-A282-C886E615E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517" y="3070261"/>
            <a:ext cx="257143" cy="257143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0F18CE68-4545-45FE-9C26-6E9815EBE551}"/>
              </a:ext>
            </a:extLst>
          </p:cNvPr>
          <p:cNvSpPr>
            <a:spLocks noChangeAspect="1"/>
          </p:cNvSpPr>
          <p:nvPr/>
        </p:nvSpPr>
        <p:spPr>
          <a:xfrm>
            <a:off x="6006513" y="3528001"/>
            <a:ext cx="252000" cy="252000"/>
          </a:xfrm>
          <a:prstGeom prst="ellipse">
            <a:avLst/>
          </a:prstGeom>
          <a:solidFill>
            <a:srgbClr val="B7D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7DBEE8-AE11-4E9B-B546-BCE553B42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88" y="2470174"/>
            <a:ext cx="1009524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48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33E3CA8-7E08-4900-8F63-70C65D444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003" y="1747882"/>
            <a:ext cx="942857" cy="72381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B5D680C-DDA3-4355-AF4B-A315C1D80060}"/>
              </a:ext>
            </a:extLst>
          </p:cNvPr>
          <p:cNvGrpSpPr/>
          <p:nvPr/>
        </p:nvGrpSpPr>
        <p:grpSpPr>
          <a:xfrm>
            <a:off x="5967432" y="3263920"/>
            <a:ext cx="257143" cy="257143"/>
            <a:chOff x="5967428" y="3263916"/>
            <a:chExt cx="257143" cy="257143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913C121-3E67-4E57-A3B1-29D2006410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67428" y="3263916"/>
              <a:ext cx="257143" cy="25714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A7EBF91-6CD2-400F-88D3-D4099D4BE8C6}"/>
                </a:ext>
              </a:extLst>
            </p:cNvPr>
            <p:cNvCxnSpPr>
              <a:cxnSpLocks/>
            </p:cNvCxnSpPr>
            <p:nvPr/>
          </p:nvCxnSpPr>
          <p:spPr>
            <a:xfrm>
              <a:off x="5987999" y="3392488"/>
              <a:ext cx="21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71887D5B-6F6E-4CC0-A08F-B3931DBD774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284487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1255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15303</TotalTime>
  <Words>280</Words>
  <Application>Microsoft Office PowerPoint</Application>
  <PresentationFormat>宽屏</PresentationFormat>
  <Paragraphs>145</Paragraphs>
  <Slides>19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Arial</vt:lpstr>
      <vt:lpstr>Cambria Math</vt:lpstr>
      <vt:lpstr>Times New Roman</vt:lpstr>
      <vt:lpstr>Office 主题​​</vt:lpstr>
      <vt:lpstr>Presentation</vt:lpstr>
      <vt:lpstr>Microsoft PowerPoint 启用宏的演示文稿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成华</dc:creator>
  <cp:lastModifiedBy>月 江流</cp:lastModifiedBy>
  <cp:revision>111</cp:revision>
  <dcterms:created xsi:type="dcterms:W3CDTF">2023-02-24T02:22:08Z</dcterms:created>
  <dcterms:modified xsi:type="dcterms:W3CDTF">2023-05-23T02:18:35Z</dcterms:modified>
</cp:coreProperties>
</file>